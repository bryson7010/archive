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5" r:id="rId2"/>
    <p:sldId id="260" r:id="rId3"/>
    <p:sldId id="261" r:id="rId4"/>
    <p:sldId id="262" r:id="rId5"/>
    <p:sldId id="263" r:id="rId6"/>
    <p:sldId id="264" r:id="rId7"/>
    <p:sldId id="259" r:id="rId8"/>
    <p:sldId id="266" r:id="rId9"/>
    <p:sldId id="267" r:id="rId10"/>
    <p:sldId id="268" r:id="rId11"/>
    <p:sldId id="269" r:id="rId12"/>
    <p:sldId id="270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92" d="100"/>
          <a:sy n="92" d="100"/>
        </p:scale>
        <p:origin x="84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7FC88-6F00-4810-BA06-850D2CF819BC}" type="datetimeFigureOut">
              <a:rPr lang="ko-KR" altLang="en-US" smtClean="0"/>
              <a:t>2024-09-19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A7A949-C6E4-4613-AD15-EA31E34FCF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0197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DF4A73-5037-4082-A382-BC56DFAD7C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B8404C5-3841-4BD3-B982-9418007757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86A340-7444-4177-8B84-4EEB8C8E9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86442-4FA8-47AF-B398-19958009189D}" type="datetimeFigureOut">
              <a:rPr lang="ko-KR" altLang="en-US" smtClean="0"/>
              <a:t>2024-09-19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6F8342-F369-4EE6-9944-46350EBF6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6C892C-0C50-4008-9CB9-CF2D6E696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3ED42-A132-4BC6-8172-19EDEFCFD7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9377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B4CA7E-525C-496E-91B7-FD064D7C3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00C112-33F5-4FCA-A80C-4EAFA3BCC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CB2A9B-A0E6-490C-9F86-4F99E30DC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86442-4FA8-47AF-B398-19958009189D}" type="datetimeFigureOut">
              <a:rPr lang="ko-KR" altLang="en-US" smtClean="0"/>
              <a:t>2024-09-19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055E59-4051-4A40-95EF-DE1DE7AE1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0DACFC-4C8B-4EAF-9109-94DC5C63D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3ED42-A132-4BC6-8172-19EDEFCFD7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79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42022C-0650-4AE6-B18D-26FABC8DF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96BCEB-CE2A-4CB2-AA05-07AB2284B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24B716-9DAF-40AE-9389-245C52CAE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86442-4FA8-47AF-B398-19958009189D}" type="datetimeFigureOut">
              <a:rPr lang="ko-KR" altLang="en-US" smtClean="0"/>
              <a:t>2024-09-19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CD50FE-67B2-4F9A-B04A-BD55AA7E0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0D5E3B-7B52-4380-A738-95CDD8224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3ED42-A132-4BC6-8172-19EDEFCFD7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3679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603A3C-E7E6-4348-B537-E7A5CB70E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4D1F22-5E13-4042-9330-1DF0190B58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8DDD853-80FA-4F9C-88E1-9C9EE4E4C0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22A9E3E-A09A-43D7-99C4-0AB3AE338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86442-4FA8-47AF-B398-19958009189D}" type="datetimeFigureOut">
              <a:rPr lang="ko-KR" altLang="en-US" smtClean="0"/>
              <a:t>2024-09-19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70CC172-D17D-41AF-9A42-F93C0FDF5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1F15FA4-BD9C-4FA3-B4E3-A191255AF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3ED42-A132-4BC6-8172-19EDEFCFD7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6647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212337-DFB1-47FA-BD6A-959E16DDD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2FA793-FE5C-4B07-B1BF-B9BDBF421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A714EAE-5AA3-4EE0-B14C-E92151A1D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35D4AEA-A4DE-4B5F-B444-03358A158D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6751541-9336-42C9-80AF-486B1FCB9B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B156A6C-B485-43AF-8370-6001E46F7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86442-4FA8-47AF-B398-19958009189D}" type="datetimeFigureOut">
              <a:rPr lang="ko-KR" altLang="en-US" smtClean="0"/>
              <a:t>2024-09-19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3496B07-602D-4E26-897B-C73A9044E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4129CCB-0B37-4EF2-B138-EFE3CA464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3ED42-A132-4BC6-8172-19EDEFCFD7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2094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60433A-E004-4B5A-BC37-5EBE27B39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FFCF081-0057-4916-B9D4-846046007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86442-4FA8-47AF-B398-19958009189D}" type="datetimeFigureOut">
              <a:rPr lang="ko-KR" altLang="en-US" smtClean="0"/>
              <a:t>2024-09-19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8E874C1-B805-494F-BF59-329DD3001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7392CF6-E7F6-407C-AC9C-837138EB2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3ED42-A132-4BC6-8172-19EDEFCFD7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1215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9718691-4D9E-4FEC-B142-4F727A9DD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86442-4FA8-47AF-B398-19958009189D}" type="datetimeFigureOut">
              <a:rPr lang="ko-KR" altLang="en-US" smtClean="0"/>
              <a:t>2024-09-19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DC0A1EA-4EA2-401D-801E-272EE7D50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EC86B5-3F4A-43A6-8C95-735BC9571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3ED42-A132-4BC6-8172-19EDEFCFD7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1021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2A66A7-D9B8-44DB-AED5-5A2F61DD3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BA2BB8-4731-4394-81B7-FC2107EB1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005B4A3-C8D2-44BE-9C87-E9EF022065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5EA199D-3659-42E2-9773-1FD7C2A44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86442-4FA8-47AF-B398-19958009189D}" type="datetimeFigureOut">
              <a:rPr lang="ko-KR" altLang="en-US" smtClean="0"/>
              <a:t>2024-09-19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084FDC5-9E2E-45D5-9ED7-F84F94B63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FAB41B-747A-4F73-B404-FECC76251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3ED42-A132-4BC6-8172-19EDEFCFD7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9309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D5593A-E342-4100-ACDA-8E843D74C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DD575C0-781A-4154-B0F4-2693074886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71A4294-75EB-41D9-A60E-C9F8A8D8B8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EC8295-7C29-4D11-81F9-F73BD76C7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86442-4FA8-47AF-B398-19958009189D}" type="datetimeFigureOut">
              <a:rPr lang="ko-KR" altLang="en-US" smtClean="0"/>
              <a:t>2024-09-19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98559BF-DFA8-4663-8E95-02FFB0E61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909886-C689-4540-8ADF-18522DD90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3ED42-A132-4BC6-8172-19EDEFCFD7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7499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9D4A5B-16CF-4C27-82F0-87765ECFC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352C7D9-9CF7-4EF9-9661-C4C23ABC76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1B8617-3B90-4C26-9C0F-F4F6E83A5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86442-4FA8-47AF-B398-19958009189D}" type="datetimeFigureOut">
              <a:rPr lang="ko-KR" altLang="en-US" smtClean="0"/>
              <a:t>2024-09-19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39CF1A-3D52-4E4A-8C17-6A749F22E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3BFD96-5EE1-44FB-BA36-3E5C53D15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3ED42-A132-4BC6-8172-19EDEFCFD7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051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AE6D378-EBE6-471B-A237-653660AF0E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DDADEE8-D338-40EF-A340-73D68417B5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B391DB-FFC8-4096-AF59-180362169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86442-4FA8-47AF-B398-19958009189D}" type="datetimeFigureOut">
              <a:rPr lang="ko-KR" altLang="en-US" smtClean="0"/>
              <a:t>2024-09-19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FFA6C5-CBB7-48AF-B4CC-018562FE4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7AE000-2AC4-43A4-AA83-03C5DA0BD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3ED42-A132-4BC6-8172-19EDEFCFD7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3007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ED6704A-BEB2-4A61-8BBE-1BB57412F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2170885-A5D3-4F1D-B9D3-901BBD4E6D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3EA1AF-F2A3-4EE5-BBAF-D9817A3A31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586442-4FA8-47AF-B398-19958009189D}" type="datetimeFigureOut">
              <a:rPr lang="ko-KR" altLang="en-US" smtClean="0"/>
              <a:t>2024-09-19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FCFA97-CE2D-492A-8318-7760AF96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295AE5-A077-467F-854E-B9E0790FDF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43ED42-A132-4BC6-8172-19EDEFCFD7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2957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1C4ADFDC-2F29-4ADD-816D-C2B30CC93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484" y="1812142"/>
            <a:ext cx="8653031" cy="37877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BECAFF6-54E0-4112-BC0F-C4FF09B5DA2F}"/>
              </a:ext>
            </a:extLst>
          </p:cNvPr>
          <p:cNvSpPr txBox="1"/>
          <p:nvPr/>
        </p:nvSpPr>
        <p:spPr>
          <a:xfrm>
            <a:off x="2939557" y="720416"/>
            <a:ext cx="74829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/>
              <a:t>TSAL &amp; AVI Board layout</a:t>
            </a:r>
            <a:endParaRPr lang="ko-KR" altLang="en-US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4A158F-C211-4F18-A3B0-09317D402F59}"/>
              </a:ext>
            </a:extLst>
          </p:cNvPr>
          <p:cNvSpPr txBox="1"/>
          <p:nvPr/>
        </p:nvSpPr>
        <p:spPr>
          <a:xfrm>
            <a:off x="1859974" y="5980251"/>
            <a:ext cx="6639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절연 코팅 완료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포토커플러와</a:t>
            </a:r>
            <a:r>
              <a:rPr lang="ko-KR" altLang="en-US" sz="1400" dirty="0"/>
              <a:t> 컨버터의 경우 규정 충족</a:t>
            </a:r>
          </a:p>
        </p:txBody>
      </p:sp>
    </p:spTree>
    <p:extLst>
      <p:ext uri="{BB962C8B-B14F-4D97-AF65-F5344CB8AC3E}">
        <p14:creationId xmlns:p14="http://schemas.microsoft.com/office/powerpoint/2010/main" val="2881994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B8AEBA9-A2EE-44F9-8CBD-1A7847490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8663" y="457200"/>
            <a:ext cx="5427673" cy="44333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A59A7E-521B-49EF-9613-B87B0B8EFC58}"/>
              </a:ext>
            </a:extLst>
          </p:cNvPr>
          <p:cNvSpPr txBox="1"/>
          <p:nvPr/>
        </p:nvSpPr>
        <p:spPr>
          <a:xfrm>
            <a:off x="3562272" y="5265155"/>
            <a:ext cx="4804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HV </a:t>
            </a:r>
            <a:r>
              <a:rPr lang="ko-KR" altLang="en-US" sz="2000" b="1" dirty="0" err="1"/>
              <a:t>레귤레이터</a:t>
            </a:r>
            <a:r>
              <a:rPr lang="en-US" altLang="ko-KR" sz="2000" b="1" dirty="0"/>
              <a:t>-LV </a:t>
            </a:r>
            <a:r>
              <a:rPr lang="ko-KR" altLang="en-US" sz="2000" b="1" dirty="0"/>
              <a:t>릴레이 간 최단 거리</a:t>
            </a:r>
          </a:p>
        </p:txBody>
      </p:sp>
    </p:spTree>
    <p:extLst>
      <p:ext uri="{BB962C8B-B14F-4D97-AF65-F5344CB8AC3E}">
        <p14:creationId xmlns:p14="http://schemas.microsoft.com/office/powerpoint/2010/main" val="1593152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6192EA16-58B4-424B-9519-8C0EF2BA8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5468" y="247793"/>
            <a:ext cx="5313753" cy="51970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77DDC6A-923F-4660-9F55-8DAD8A2F22D5}"/>
              </a:ext>
            </a:extLst>
          </p:cNvPr>
          <p:cNvSpPr txBox="1"/>
          <p:nvPr/>
        </p:nvSpPr>
        <p:spPr>
          <a:xfrm>
            <a:off x="3439124" y="5676466"/>
            <a:ext cx="5313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LV </a:t>
            </a:r>
            <a:r>
              <a:rPr lang="ko-KR" altLang="en-US" b="1" dirty="0"/>
              <a:t>컨버터</a:t>
            </a:r>
            <a:r>
              <a:rPr lang="en-US" altLang="ko-KR" b="1" dirty="0"/>
              <a:t>-HV </a:t>
            </a:r>
            <a:r>
              <a:rPr lang="ko-KR" altLang="en-US" b="1" dirty="0" err="1"/>
              <a:t>포토커플러</a:t>
            </a:r>
            <a:r>
              <a:rPr lang="ko-KR" altLang="en-US" b="1" dirty="0"/>
              <a:t> 간 최단 거리</a:t>
            </a:r>
          </a:p>
        </p:txBody>
      </p:sp>
    </p:spTree>
    <p:extLst>
      <p:ext uri="{BB962C8B-B14F-4D97-AF65-F5344CB8AC3E}">
        <p14:creationId xmlns:p14="http://schemas.microsoft.com/office/powerpoint/2010/main" val="400785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39BCF679-1565-46CE-8651-97A38710E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131" y="257480"/>
            <a:ext cx="4428697" cy="487358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0795072-60BF-44D3-9813-20512F28DE18}"/>
              </a:ext>
            </a:extLst>
          </p:cNvPr>
          <p:cNvSpPr txBox="1"/>
          <p:nvPr/>
        </p:nvSpPr>
        <p:spPr>
          <a:xfrm>
            <a:off x="3241963" y="5354348"/>
            <a:ext cx="5122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LV </a:t>
            </a:r>
            <a:r>
              <a:rPr lang="ko-KR" altLang="en-US" b="1" dirty="0" err="1"/>
              <a:t>포토커플러</a:t>
            </a:r>
            <a:r>
              <a:rPr lang="en-US" altLang="ko-KR" b="1" dirty="0"/>
              <a:t>-HV </a:t>
            </a:r>
            <a:r>
              <a:rPr lang="ko-KR" altLang="en-US" b="1" dirty="0"/>
              <a:t>컨버터 간 최단 거리</a:t>
            </a:r>
          </a:p>
        </p:txBody>
      </p:sp>
    </p:spTree>
    <p:extLst>
      <p:ext uri="{BB962C8B-B14F-4D97-AF65-F5344CB8AC3E}">
        <p14:creationId xmlns:p14="http://schemas.microsoft.com/office/powerpoint/2010/main" val="2029010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1B5E4514-B5F4-4B52-BBB9-DB935419B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943" y="309127"/>
            <a:ext cx="4508745" cy="45434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777962-C15D-4475-B486-B1BA620673C5}"/>
              </a:ext>
            </a:extLst>
          </p:cNvPr>
          <p:cNvSpPr txBox="1"/>
          <p:nvPr/>
        </p:nvSpPr>
        <p:spPr>
          <a:xfrm>
            <a:off x="3335482" y="5124690"/>
            <a:ext cx="4743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LV </a:t>
            </a:r>
            <a:r>
              <a:rPr lang="ko-KR" altLang="en-US" b="1" dirty="0" err="1"/>
              <a:t>포토커플러</a:t>
            </a:r>
            <a:r>
              <a:rPr lang="en-US" altLang="ko-KR" b="1" dirty="0"/>
              <a:t>-HV </a:t>
            </a:r>
            <a:r>
              <a:rPr lang="ko-KR" altLang="en-US" b="1" dirty="0"/>
              <a:t>소자 간 최단 거리</a:t>
            </a:r>
          </a:p>
        </p:txBody>
      </p:sp>
    </p:spTree>
    <p:extLst>
      <p:ext uri="{BB962C8B-B14F-4D97-AF65-F5344CB8AC3E}">
        <p14:creationId xmlns:p14="http://schemas.microsoft.com/office/powerpoint/2010/main" val="1510124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15A3B216-030A-4884-842C-2C32FF6F4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604" y="326122"/>
            <a:ext cx="8726118" cy="466790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45168B7-49E9-4208-ADEB-8D533FEFCA41}"/>
              </a:ext>
            </a:extLst>
          </p:cNvPr>
          <p:cNvSpPr txBox="1"/>
          <p:nvPr/>
        </p:nvSpPr>
        <p:spPr>
          <a:xfrm>
            <a:off x="2647341" y="5259306"/>
            <a:ext cx="87261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컨버터가 아닌 </a:t>
            </a:r>
            <a:r>
              <a:rPr lang="en-US" altLang="ko-KR" sz="2400" b="1" dirty="0"/>
              <a:t>LV </a:t>
            </a:r>
            <a:r>
              <a:rPr lang="ko-KR" altLang="en-US" sz="2400" b="1" dirty="0"/>
              <a:t>소자</a:t>
            </a:r>
            <a:r>
              <a:rPr lang="en-US" altLang="ko-KR" sz="2400" b="1" dirty="0"/>
              <a:t>-HV </a:t>
            </a:r>
            <a:r>
              <a:rPr lang="ko-KR" altLang="en-US" sz="2400" b="1" dirty="0"/>
              <a:t>컨버터 최단 거리</a:t>
            </a:r>
          </a:p>
        </p:txBody>
      </p:sp>
    </p:spTree>
    <p:extLst>
      <p:ext uri="{BB962C8B-B14F-4D97-AF65-F5344CB8AC3E}">
        <p14:creationId xmlns:p14="http://schemas.microsoft.com/office/powerpoint/2010/main" val="813606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내용 개체 틀 7">
            <a:extLst>
              <a:ext uri="{FF2B5EF4-FFF2-40B4-BE49-F238E27FC236}">
                <a16:creationId xmlns:a16="http://schemas.microsoft.com/office/drawing/2014/main" id="{B8D244B0-4EB8-441C-9D81-7D91D67FE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4368" y="1288597"/>
            <a:ext cx="2235200" cy="232914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C261280-63BA-4DF9-901E-6ECDEC38B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558" y="4635003"/>
            <a:ext cx="3915641" cy="131522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DB655B1-E9AB-44C1-A3AD-E2BC004CEE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2096" y="331770"/>
            <a:ext cx="4320451" cy="341057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E99F814-0CBE-45A7-80C6-907933D912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1669" y="1264842"/>
            <a:ext cx="2586044" cy="231568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7FDFDBE-4590-484E-ADD0-3BD50DBE43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325" y="1288598"/>
            <a:ext cx="1549806" cy="23122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08BCFE6-12DA-4EBC-8A5F-8B607F975B82}"/>
              </a:ext>
            </a:extLst>
          </p:cNvPr>
          <p:cNvSpPr txBox="1"/>
          <p:nvPr/>
        </p:nvSpPr>
        <p:spPr>
          <a:xfrm>
            <a:off x="245209" y="3620776"/>
            <a:ext cx="20485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HV</a:t>
            </a:r>
            <a:r>
              <a:rPr lang="ko-KR" altLang="en-US" sz="1400" dirty="0" err="1"/>
              <a:t>레귤레이터</a:t>
            </a:r>
            <a:r>
              <a:rPr lang="en-US" altLang="ko-KR" sz="1400" dirty="0"/>
              <a:t>-LV</a:t>
            </a:r>
            <a:r>
              <a:rPr lang="ko-KR" altLang="en-US" sz="1400" dirty="0"/>
              <a:t>릴레이 최단 거리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3BA4A7-2B84-44A6-AB8D-76CC8C4DEB9D}"/>
              </a:ext>
            </a:extLst>
          </p:cNvPr>
          <p:cNvSpPr txBox="1"/>
          <p:nvPr/>
        </p:nvSpPr>
        <p:spPr>
          <a:xfrm>
            <a:off x="2654949" y="3617746"/>
            <a:ext cx="18740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LV</a:t>
            </a:r>
            <a:r>
              <a:rPr lang="ko-KR" altLang="en-US" sz="1400" dirty="0"/>
              <a:t>컨버터</a:t>
            </a:r>
            <a:r>
              <a:rPr lang="en-US" altLang="ko-KR" sz="1400" dirty="0"/>
              <a:t>-HV</a:t>
            </a:r>
            <a:r>
              <a:rPr lang="ko-KR" altLang="en-US" sz="1400" dirty="0" err="1"/>
              <a:t>포토커플러</a:t>
            </a:r>
            <a:r>
              <a:rPr lang="ko-KR" altLang="en-US" sz="1400" dirty="0"/>
              <a:t> 최단 거리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5134F9-D3B8-4A59-8AB0-CC20F0A703CD}"/>
              </a:ext>
            </a:extLst>
          </p:cNvPr>
          <p:cNvSpPr txBox="1"/>
          <p:nvPr/>
        </p:nvSpPr>
        <p:spPr>
          <a:xfrm>
            <a:off x="5157531" y="3617746"/>
            <a:ext cx="24301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LV</a:t>
            </a:r>
            <a:r>
              <a:rPr lang="ko-KR" altLang="en-US" sz="1400" dirty="0" err="1"/>
              <a:t>포토커플러</a:t>
            </a:r>
            <a:r>
              <a:rPr lang="en-US" altLang="ko-KR" sz="1400" dirty="0"/>
              <a:t>-HV</a:t>
            </a:r>
            <a:r>
              <a:rPr lang="ko-KR" altLang="en-US" sz="1400" dirty="0"/>
              <a:t>컨버터 최단 거리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FD2001-9415-48B9-B549-5AC140FC8D0E}"/>
              </a:ext>
            </a:extLst>
          </p:cNvPr>
          <p:cNvSpPr txBox="1"/>
          <p:nvPr/>
        </p:nvSpPr>
        <p:spPr>
          <a:xfrm>
            <a:off x="269454" y="6059405"/>
            <a:ext cx="38751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컨버터가 아닌 </a:t>
            </a:r>
            <a:r>
              <a:rPr lang="en-US" altLang="ko-KR" sz="1400" dirty="0"/>
              <a:t>LV</a:t>
            </a:r>
            <a:r>
              <a:rPr lang="ko-KR" altLang="en-US" sz="1400" dirty="0"/>
              <a:t>소자</a:t>
            </a:r>
            <a:r>
              <a:rPr lang="en-US" altLang="ko-KR" sz="1400" dirty="0"/>
              <a:t>-HV</a:t>
            </a:r>
            <a:r>
              <a:rPr lang="ko-KR" altLang="en-US" sz="1400" dirty="0"/>
              <a:t>컨버터 최단 거리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882C47-97EF-41DC-9A14-6E7954B5DAB3}"/>
              </a:ext>
            </a:extLst>
          </p:cNvPr>
          <p:cNvSpPr txBox="1"/>
          <p:nvPr/>
        </p:nvSpPr>
        <p:spPr>
          <a:xfrm>
            <a:off x="7928264" y="3836219"/>
            <a:ext cx="39431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LV</a:t>
            </a:r>
            <a:r>
              <a:rPr lang="ko-KR" altLang="en-US" sz="1400" dirty="0" err="1"/>
              <a:t>포토커플러</a:t>
            </a:r>
            <a:r>
              <a:rPr lang="en-US" altLang="ko-KR" sz="1400" dirty="0"/>
              <a:t>-HV</a:t>
            </a:r>
            <a:r>
              <a:rPr lang="ko-KR" altLang="en-US" sz="1400" dirty="0"/>
              <a:t>소자 최단 거리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63ED3390-4C6D-46DC-BB4C-8F05413F48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8164" y="4317197"/>
            <a:ext cx="4105563" cy="179713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E569AD7-97F4-4ED4-83FC-40BB7660AD17}"/>
              </a:ext>
            </a:extLst>
          </p:cNvPr>
          <p:cNvSpPr txBox="1"/>
          <p:nvPr/>
        </p:nvSpPr>
        <p:spPr>
          <a:xfrm>
            <a:off x="5448164" y="6133647"/>
            <a:ext cx="41055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TSAL &amp; AVI layout</a:t>
            </a:r>
            <a:endParaRPr lang="ko-KR" altLang="en-US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AA97D1-831D-481D-ABD3-C644E45F6AA9}"/>
              </a:ext>
            </a:extLst>
          </p:cNvPr>
          <p:cNvSpPr txBox="1"/>
          <p:nvPr/>
        </p:nvSpPr>
        <p:spPr>
          <a:xfrm>
            <a:off x="1496291" y="331770"/>
            <a:ext cx="1549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/>
              <a:t>축약본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94516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E603E5-5D20-4A0C-8136-1A7001909D75}"/>
              </a:ext>
            </a:extLst>
          </p:cNvPr>
          <p:cNvSpPr txBox="1"/>
          <p:nvPr/>
        </p:nvSpPr>
        <p:spPr>
          <a:xfrm>
            <a:off x="2939557" y="720416"/>
            <a:ext cx="74829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 err="1"/>
              <a:t>Precharge</a:t>
            </a:r>
            <a:r>
              <a:rPr lang="en-US" altLang="ko-KR" sz="4000" dirty="0"/>
              <a:t> Board layout</a:t>
            </a:r>
            <a:endParaRPr lang="ko-KR" altLang="en-US" sz="40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0CFC7CE-FB4A-43D1-81A3-CBE585400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955" y="1623855"/>
            <a:ext cx="8166673" cy="36102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8CE4368-0B8F-45F5-AD79-60DBE8A2B5A6}"/>
              </a:ext>
            </a:extLst>
          </p:cNvPr>
          <p:cNvSpPr txBox="1"/>
          <p:nvPr/>
        </p:nvSpPr>
        <p:spPr>
          <a:xfrm>
            <a:off x="1631955" y="5512661"/>
            <a:ext cx="6639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절연 코팅 완료</a:t>
            </a:r>
            <a:r>
              <a:rPr lang="en-US" altLang="ko-KR" sz="1400" dirty="0"/>
              <a:t>, DPDT</a:t>
            </a:r>
            <a:r>
              <a:rPr lang="ko-KR" altLang="en-US" sz="1400" dirty="0"/>
              <a:t>릴레이의 경우 데이터시트 첨부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0A8CDF-195C-43CE-9EDC-8C41FB246895}"/>
              </a:ext>
            </a:extLst>
          </p:cNvPr>
          <p:cNvSpPr txBox="1"/>
          <p:nvPr/>
        </p:nvSpPr>
        <p:spPr>
          <a:xfrm>
            <a:off x="1631955" y="5945065"/>
            <a:ext cx="6639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공간거리에 대해서는 </a:t>
            </a:r>
            <a:r>
              <a:rPr lang="en-US" altLang="ko-KR" sz="1400" dirty="0"/>
              <a:t>3D</a:t>
            </a:r>
            <a:r>
              <a:rPr lang="ko-KR" altLang="en-US" sz="1400" dirty="0" err="1"/>
              <a:t>모델림</a:t>
            </a:r>
            <a:r>
              <a:rPr lang="ko-KR" altLang="en-US" sz="1400" dirty="0"/>
              <a:t> 파일 추가 첨부</a:t>
            </a:r>
          </a:p>
        </p:txBody>
      </p:sp>
    </p:spTree>
    <p:extLst>
      <p:ext uri="{BB962C8B-B14F-4D97-AF65-F5344CB8AC3E}">
        <p14:creationId xmlns:p14="http://schemas.microsoft.com/office/powerpoint/2010/main" val="2717221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25AAC297-6B99-4DDB-96A2-8C5904DA9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2276" y="359840"/>
            <a:ext cx="3377569" cy="447193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93186B1-20A7-434F-80D7-394751D991E6}"/>
              </a:ext>
            </a:extLst>
          </p:cNvPr>
          <p:cNvSpPr txBox="1"/>
          <p:nvPr/>
        </p:nvSpPr>
        <p:spPr>
          <a:xfrm>
            <a:off x="2078764" y="5159370"/>
            <a:ext cx="66397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 </a:t>
            </a:r>
            <a:r>
              <a:rPr lang="en-US" altLang="ko-KR" sz="1600" b="1" dirty="0"/>
              <a:t>HV </a:t>
            </a:r>
            <a:r>
              <a:rPr lang="ko-KR" altLang="en-US" sz="1600" b="1" dirty="0"/>
              <a:t>권선저항 고정 볼트 </a:t>
            </a:r>
            <a:r>
              <a:rPr lang="en-US" altLang="ko-KR" sz="1600" b="1" dirty="0"/>
              <a:t>(</a:t>
            </a:r>
            <a:r>
              <a:rPr lang="ko-KR" altLang="en-US" sz="1600" b="1" dirty="0"/>
              <a:t>도체</a:t>
            </a:r>
            <a:r>
              <a:rPr lang="en-US" altLang="ko-KR" sz="1600" b="1" dirty="0"/>
              <a:t>) – LV </a:t>
            </a:r>
            <a:r>
              <a:rPr lang="ko-KR" altLang="en-US" sz="1600" b="1" dirty="0"/>
              <a:t>영역 </a:t>
            </a:r>
            <a:r>
              <a:rPr lang="en-US" altLang="ko-KR" sz="1600" b="1" dirty="0"/>
              <a:t>3</a:t>
            </a:r>
            <a:r>
              <a:rPr lang="ko-KR" altLang="en-US" sz="1600" b="1" dirty="0"/>
              <a:t>핀 커넥터 간 최단거리</a:t>
            </a:r>
          </a:p>
        </p:txBody>
      </p:sp>
    </p:spTree>
    <p:extLst>
      <p:ext uri="{BB962C8B-B14F-4D97-AF65-F5344CB8AC3E}">
        <p14:creationId xmlns:p14="http://schemas.microsoft.com/office/powerpoint/2010/main" val="30716629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4B7D4FA7-E5FB-4C94-B826-7CB11E81F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939" y="290946"/>
            <a:ext cx="3388822" cy="46737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37F9CA-C157-430D-8025-0768F5F52424}"/>
              </a:ext>
            </a:extLst>
          </p:cNvPr>
          <p:cNvSpPr txBox="1"/>
          <p:nvPr/>
        </p:nvSpPr>
        <p:spPr>
          <a:xfrm>
            <a:off x="3367237" y="5200933"/>
            <a:ext cx="66397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 </a:t>
            </a:r>
            <a:r>
              <a:rPr lang="en-US" altLang="ko-KR" sz="1600" b="1" dirty="0"/>
              <a:t>HV 2</a:t>
            </a:r>
            <a:r>
              <a:rPr lang="ko-KR" altLang="en-US" sz="1600" b="1" dirty="0"/>
              <a:t>핀 커넥터</a:t>
            </a:r>
            <a:r>
              <a:rPr lang="en-US" altLang="ko-KR" sz="1600" b="1" dirty="0"/>
              <a:t>– LV 2</a:t>
            </a:r>
            <a:r>
              <a:rPr lang="ko-KR" altLang="en-US" sz="1600" b="1" dirty="0"/>
              <a:t>핀 커넥터 간 최단거리</a:t>
            </a:r>
          </a:p>
        </p:txBody>
      </p:sp>
    </p:spTree>
    <p:extLst>
      <p:ext uri="{BB962C8B-B14F-4D97-AF65-F5344CB8AC3E}">
        <p14:creationId xmlns:p14="http://schemas.microsoft.com/office/powerpoint/2010/main" val="480466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1379CAA-6120-4877-8ABF-3B7770F24BDB}"/>
              </a:ext>
            </a:extLst>
          </p:cNvPr>
          <p:cNvSpPr txBox="1"/>
          <p:nvPr/>
        </p:nvSpPr>
        <p:spPr>
          <a:xfrm>
            <a:off x="3554273" y="564110"/>
            <a:ext cx="66397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 </a:t>
            </a:r>
            <a:r>
              <a:rPr lang="en-US" altLang="ko-KR" sz="1600" b="1" dirty="0"/>
              <a:t>G2RL-2 </a:t>
            </a:r>
            <a:r>
              <a:rPr lang="ko-KR" altLang="en-US" sz="1600" b="1" dirty="0"/>
              <a:t>영역 간 절연 증빙 데이터시트 첨부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467E764-FA36-4B91-A23D-1D3B52127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4273" y="1083706"/>
            <a:ext cx="6940337" cy="157522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5A41A51-F885-4997-9CF5-3FDE626055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2005" y="2839971"/>
            <a:ext cx="4354617" cy="219987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1412777-60B6-440D-A7A7-B373D85959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8322" y="5220884"/>
            <a:ext cx="5601482" cy="990738"/>
          </a:xfrm>
          <a:prstGeom prst="rect">
            <a:avLst/>
          </a:prstGeom>
        </p:spPr>
      </p:pic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5B3FB164-F6E8-4EF3-8CCA-FA449780B2C5}"/>
              </a:ext>
            </a:extLst>
          </p:cNvPr>
          <p:cNvCxnSpPr/>
          <p:nvPr/>
        </p:nvCxnSpPr>
        <p:spPr>
          <a:xfrm>
            <a:off x="4474188" y="5511567"/>
            <a:ext cx="510050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6821590-BB8F-4610-A0D2-0FF7240CE478}"/>
              </a:ext>
            </a:extLst>
          </p:cNvPr>
          <p:cNvCxnSpPr/>
          <p:nvPr/>
        </p:nvCxnSpPr>
        <p:spPr>
          <a:xfrm>
            <a:off x="4474188" y="5907248"/>
            <a:ext cx="510050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C4A89EC-6A8F-4CA0-8111-CE4048C34244}"/>
              </a:ext>
            </a:extLst>
          </p:cNvPr>
          <p:cNvCxnSpPr/>
          <p:nvPr/>
        </p:nvCxnSpPr>
        <p:spPr>
          <a:xfrm>
            <a:off x="4474188" y="6211622"/>
            <a:ext cx="510050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31E1008F-7F21-46AC-A30B-B09919CE17EC}"/>
              </a:ext>
            </a:extLst>
          </p:cNvPr>
          <p:cNvCxnSpPr>
            <a:cxnSpLocks/>
          </p:cNvCxnSpPr>
          <p:nvPr/>
        </p:nvCxnSpPr>
        <p:spPr>
          <a:xfrm>
            <a:off x="4302005" y="3692554"/>
            <a:ext cx="435461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B900560D-0076-47CF-9797-2CA3A5E74143}"/>
              </a:ext>
            </a:extLst>
          </p:cNvPr>
          <p:cNvCxnSpPr>
            <a:cxnSpLocks/>
          </p:cNvCxnSpPr>
          <p:nvPr/>
        </p:nvCxnSpPr>
        <p:spPr>
          <a:xfrm>
            <a:off x="4302004" y="3366781"/>
            <a:ext cx="435461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56330A98-E741-4BF8-AEA0-209B343681EF}"/>
              </a:ext>
            </a:extLst>
          </p:cNvPr>
          <p:cNvCxnSpPr/>
          <p:nvPr/>
        </p:nvCxnSpPr>
        <p:spPr>
          <a:xfrm>
            <a:off x="4474188" y="5191658"/>
            <a:ext cx="510050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FFAC68C-AD1C-4277-8EFF-75B740F0233E}"/>
              </a:ext>
            </a:extLst>
          </p:cNvPr>
          <p:cNvCxnSpPr/>
          <p:nvPr/>
        </p:nvCxnSpPr>
        <p:spPr>
          <a:xfrm>
            <a:off x="8656621" y="3366781"/>
            <a:ext cx="0" cy="32577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87D32780-184C-44F1-8C3E-08BC18CB5520}"/>
              </a:ext>
            </a:extLst>
          </p:cNvPr>
          <p:cNvCxnSpPr/>
          <p:nvPr/>
        </p:nvCxnSpPr>
        <p:spPr>
          <a:xfrm>
            <a:off x="4302004" y="3366781"/>
            <a:ext cx="0" cy="32577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512C6AB5-4CFD-4399-8763-90BB7302FCB3}"/>
              </a:ext>
            </a:extLst>
          </p:cNvPr>
          <p:cNvCxnSpPr/>
          <p:nvPr/>
        </p:nvCxnSpPr>
        <p:spPr>
          <a:xfrm>
            <a:off x="4474188" y="5191658"/>
            <a:ext cx="0" cy="101996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3726F0C-FB66-454D-9D34-CD2BE6FA835A}"/>
              </a:ext>
            </a:extLst>
          </p:cNvPr>
          <p:cNvCxnSpPr/>
          <p:nvPr/>
        </p:nvCxnSpPr>
        <p:spPr>
          <a:xfrm>
            <a:off x="9574694" y="5206271"/>
            <a:ext cx="0" cy="101996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F64E3B21-24B0-41EC-AD66-2B26EE915F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757" y="1083706"/>
            <a:ext cx="2743583" cy="443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8010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F65285-7052-45E6-A3B4-7CAAD8BE6DCF}"/>
              </a:ext>
            </a:extLst>
          </p:cNvPr>
          <p:cNvSpPr txBox="1"/>
          <p:nvPr/>
        </p:nvSpPr>
        <p:spPr>
          <a:xfrm>
            <a:off x="4021863" y="583355"/>
            <a:ext cx="66397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공간거리에 관한 </a:t>
            </a:r>
            <a:r>
              <a:rPr lang="en-US" altLang="ko-KR" sz="2000" b="1" dirty="0"/>
              <a:t>3D</a:t>
            </a:r>
            <a:r>
              <a:rPr lang="ko-KR" altLang="en-US" sz="2000" b="1" dirty="0" err="1"/>
              <a:t>모델림</a:t>
            </a:r>
            <a:r>
              <a:rPr lang="ko-KR" altLang="en-US" sz="2000" b="1" dirty="0"/>
              <a:t> 파일</a:t>
            </a:r>
          </a:p>
        </p:txBody>
      </p:sp>
    </p:spTree>
    <p:extLst>
      <p:ext uri="{BB962C8B-B14F-4D97-AF65-F5344CB8AC3E}">
        <p14:creationId xmlns:p14="http://schemas.microsoft.com/office/powerpoint/2010/main" val="1734665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157</Words>
  <Application>Microsoft Office PowerPoint</Application>
  <PresentationFormat>와이드스크린</PresentationFormat>
  <Paragraphs>21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17</cp:revision>
  <dcterms:created xsi:type="dcterms:W3CDTF">2024-09-19T10:42:26Z</dcterms:created>
  <dcterms:modified xsi:type="dcterms:W3CDTF">2024-09-19T11:56:32Z</dcterms:modified>
</cp:coreProperties>
</file>