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30275213" cy="42803763"/>
  <p:notesSz cx="6858000" cy="9144000"/>
  <p:defaultTextStyle>
    <a:defPPr>
      <a:defRPr lang="ko-KR"/>
    </a:defPPr>
    <a:lvl1pPr marL="0" algn="l" defTabSz="1429772" rtl="0" eaLnBrk="1" latinLnBrk="1" hangingPunct="1">
      <a:defRPr sz="2798" kern="1200">
        <a:solidFill>
          <a:schemeClr val="tx1"/>
        </a:solidFill>
        <a:latin typeface="+mn-lt"/>
        <a:ea typeface="+mn-ea"/>
        <a:cs typeface="+mn-cs"/>
      </a:defRPr>
    </a:lvl1pPr>
    <a:lvl2pPr marL="714886" algn="l" defTabSz="1429772" rtl="0" eaLnBrk="1" latinLnBrk="1" hangingPunct="1">
      <a:defRPr sz="2798" kern="1200">
        <a:solidFill>
          <a:schemeClr val="tx1"/>
        </a:solidFill>
        <a:latin typeface="+mn-lt"/>
        <a:ea typeface="+mn-ea"/>
        <a:cs typeface="+mn-cs"/>
      </a:defRPr>
    </a:lvl2pPr>
    <a:lvl3pPr marL="1429772" algn="l" defTabSz="1429772" rtl="0" eaLnBrk="1" latinLnBrk="1" hangingPunct="1">
      <a:defRPr sz="2798" kern="1200">
        <a:solidFill>
          <a:schemeClr val="tx1"/>
        </a:solidFill>
        <a:latin typeface="+mn-lt"/>
        <a:ea typeface="+mn-ea"/>
        <a:cs typeface="+mn-cs"/>
      </a:defRPr>
    </a:lvl3pPr>
    <a:lvl4pPr marL="2144657" algn="l" defTabSz="1429772" rtl="0" eaLnBrk="1" latinLnBrk="1" hangingPunct="1">
      <a:defRPr sz="2798" kern="1200">
        <a:solidFill>
          <a:schemeClr val="tx1"/>
        </a:solidFill>
        <a:latin typeface="+mn-lt"/>
        <a:ea typeface="+mn-ea"/>
        <a:cs typeface="+mn-cs"/>
      </a:defRPr>
    </a:lvl4pPr>
    <a:lvl5pPr marL="2859547" algn="l" defTabSz="1429772" rtl="0" eaLnBrk="1" latinLnBrk="1" hangingPunct="1">
      <a:defRPr sz="2798" kern="1200">
        <a:solidFill>
          <a:schemeClr val="tx1"/>
        </a:solidFill>
        <a:latin typeface="+mn-lt"/>
        <a:ea typeface="+mn-ea"/>
        <a:cs typeface="+mn-cs"/>
      </a:defRPr>
    </a:lvl5pPr>
    <a:lvl6pPr marL="3574429" algn="l" defTabSz="1429772" rtl="0" eaLnBrk="1" latinLnBrk="1" hangingPunct="1">
      <a:defRPr sz="2798" kern="1200">
        <a:solidFill>
          <a:schemeClr val="tx1"/>
        </a:solidFill>
        <a:latin typeface="+mn-lt"/>
        <a:ea typeface="+mn-ea"/>
        <a:cs typeface="+mn-cs"/>
      </a:defRPr>
    </a:lvl6pPr>
    <a:lvl7pPr marL="4289318" algn="l" defTabSz="1429772" rtl="0" eaLnBrk="1" latinLnBrk="1" hangingPunct="1">
      <a:defRPr sz="2798" kern="1200">
        <a:solidFill>
          <a:schemeClr val="tx1"/>
        </a:solidFill>
        <a:latin typeface="+mn-lt"/>
        <a:ea typeface="+mn-ea"/>
        <a:cs typeface="+mn-cs"/>
      </a:defRPr>
    </a:lvl7pPr>
    <a:lvl8pPr marL="5004200" algn="l" defTabSz="1429772" rtl="0" eaLnBrk="1" latinLnBrk="1" hangingPunct="1">
      <a:defRPr sz="2798" kern="1200">
        <a:solidFill>
          <a:schemeClr val="tx1"/>
        </a:solidFill>
        <a:latin typeface="+mn-lt"/>
        <a:ea typeface="+mn-ea"/>
        <a:cs typeface="+mn-cs"/>
      </a:defRPr>
    </a:lvl8pPr>
    <a:lvl9pPr marL="5719090" algn="l" defTabSz="1429772" rtl="0" eaLnBrk="1" latinLnBrk="1" hangingPunct="1">
      <a:defRPr sz="27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0E325E"/>
    <a:srgbClr val="152E5B"/>
    <a:srgbClr val="4A7EBB"/>
    <a:srgbClr val="4BAE30"/>
    <a:srgbClr val="091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2500" autoAdjust="0"/>
    <p:restoredTop sz="94357" autoAdjust="0"/>
  </p:normalViewPr>
  <p:slideViewPr>
    <p:cSldViewPr>
      <p:cViewPr varScale="1">
        <p:scale>
          <a:sx n="14" d="100"/>
          <a:sy n="14" d="100"/>
        </p:scale>
        <p:origin x="12" y="144"/>
      </p:cViewPr>
      <p:guideLst>
        <p:guide orient="horz" pos="13482"/>
        <p:guide pos="9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51EA2-50F8-48BB-9BFC-B09BD40CC4A4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EC0F3-D3A2-4C1B-A0B3-00E4B3B2B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266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85850" rtl="0" eaLnBrk="1" latinLnBrk="1" hangingPunct="1">
      <a:defRPr sz="5231" kern="1200">
        <a:solidFill>
          <a:schemeClr val="tx1"/>
        </a:solidFill>
        <a:latin typeface="+mn-lt"/>
        <a:ea typeface="+mn-ea"/>
        <a:cs typeface="+mn-cs"/>
      </a:defRPr>
    </a:lvl1pPr>
    <a:lvl2pPr marL="1992925" algn="l" defTabSz="3985850" rtl="0" eaLnBrk="1" latinLnBrk="1" hangingPunct="1">
      <a:defRPr sz="5231" kern="1200">
        <a:solidFill>
          <a:schemeClr val="tx1"/>
        </a:solidFill>
        <a:latin typeface="+mn-lt"/>
        <a:ea typeface="+mn-ea"/>
        <a:cs typeface="+mn-cs"/>
      </a:defRPr>
    </a:lvl2pPr>
    <a:lvl3pPr marL="3985850" algn="l" defTabSz="3985850" rtl="0" eaLnBrk="1" latinLnBrk="1" hangingPunct="1">
      <a:defRPr sz="5231" kern="1200">
        <a:solidFill>
          <a:schemeClr val="tx1"/>
        </a:solidFill>
        <a:latin typeface="+mn-lt"/>
        <a:ea typeface="+mn-ea"/>
        <a:cs typeface="+mn-cs"/>
      </a:defRPr>
    </a:lvl3pPr>
    <a:lvl4pPr marL="5978776" algn="l" defTabSz="3985850" rtl="0" eaLnBrk="1" latinLnBrk="1" hangingPunct="1">
      <a:defRPr sz="5231" kern="1200">
        <a:solidFill>
          <a:schemeClr val="tx1"/>
        </a:solidFill>
        <a:latin typeface="+mn-lt"/>
        <a:ea typeface="+mn-ea"/>
        <a:cs typeface="+mn-cs"/>
      </a:defRPr>
    </a:lvl4pPr>
    <a:lvl5pPr marL="7971701" algn="l" defTabSz="3985850" rtl="0" eaLnBrk="1" latinLnBrk="1" hangingPunct="1">
      <a:defRPr sz="5231" kern="1200">
        <a:solidFill>
          <a:schemeClr val="tx1"/>
        </a:solidFill>
        <a:latin typeface="+mn-lt"/>
        <a:ea typeface="+mn-ea"/>
        <a:cs typeface="+mn-cs"/>
      </a:defRPr>
    </a:lvl5pPr>
    <a:lvl6pPr marL="9964627" algn="l" defTabSz="3985850" rtl="0" eaLnBrk="1" latinLnBrk="1" hangingPunct="1">
      <a:defRPr sz="5231" kern="1200">
        <a:solidFill>
          <a:schemeClr val="tx1"/>
        </a:solidFill>
        <a:latin typeface="+mn-lt"/>
        <a:ea typeface="+mn-ea"/>
        <a:cs typeface="+mn-cs"/>
      </a:defRPr>
    </a:lvl6pPr>
    <a:lvl7pPr marL="11957552" algn="l" defTabSz="3985850" rtl="0" eaLnBrk="1" latinLnBrk="1" hangingPunct="1">
      <a:defRPr sz="5231" kern="1200">
        <a:solidFill>
          <a:schemeClr val="tx1"/>
        </a:solidFill>
        <a:latin typeface="+mn-lt"/>
        <a:ea typeface="+mn-ea"/>
        <a:cs typeface="+mn-cs"/>
      </a:defRPr>
    </a:lvl7pPr>
    <a:lvl8pPr marL="13950478" algn="l" defTabSz="3985850" rtl="0" eaLnBrk="1" latinLnBrk="1" hangingPunct="1">
      <a:defRPr sz="5231" kern="1200">
        <a:solidFill>
          <a:schemeClr val="tx1"/>
        </a:solidFill>
        <a:latin typeface="+mn-lt"/>
        <a:ea typeface="+mn-ea"/>
        <a:cs typeface="+mn-cs"/>
      </a:defRPr>
    </a:lvl8pPr>
    <a:lvl9pPr marL="15943403" algn="l" defTabSz="3985850" rtl="0" eaLnBrk="1" latinLnBrk="1" hangingPunct="1">
      <a:defRPr sz="52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9EC0F3-D3A2-4C1B-A0B3-00E4B3B2B38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907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70646" y="13296917"/>
            <a:ext cx="25733931" cy="917506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541287" y="24255470"/>
            <a:ext cx="21192649" cy="1093874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7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95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43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91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39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87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35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83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2309-8E29-42BC-83F3-0F57B458EC49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4765-033D-40A2-A7E0-DC5A26BCCC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2309-8E29-42BC-83F3-0F57B458EC49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4765-033D-40A2-A7E0-DC5A26BCCC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91539" y="27505389"/>
            <a:ext cx="25733931" cy="8501304"/>
          </a:xfrm>
        </p:spPr>
        <p:txBody>
          <a:bodyPr anchor="t"/>
          <a:lstStyle>
            <a:lvl1pPr algn="l">
              <a:defRPr sz="1302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391539" y="18142066"/>
            <a:ext cx="25733931" cy="9363321"/>
          </a:xfrm>
        </p:spPr>
        <p:txBody>
          <a:bodyPr anchor="b"/>
          <a:lstStyle>
            <a:lvl1pPr marL="0" indent="0">
              <a:buNone/>
              <a:defRPr sz="633">
                <a:solidFill>
                  <a:schemeClr val="tx1">
                    <a:tint val="75000"/>
                  </a:schemeClr>
                </a:solidFill>
              </a:defRPr>
            </a:lvl1pPr>
            <a:lvl2pPr marL="147894" indent="0">
              <a:buNone/>
              <a:defRPr sz="578">
                <a:solidFill>
                  <a:schemeClr val="tx1">
                    <a:tint val="75000"/>
                  </a:schemeClr>
                </a:solidFill>
              </a:defRPr>
            </a:lvl2pPr>
            <a:lvl3pPr marL="295789" indent="0">
              <a:buNone/>
              <a:defRPr sz="506">
                <a:solidFill>
                  <a:schemeClr val="tx1">
                    <a:tint val="75000"/>
                  </a:schemeClr>
                </a:solidFill>
              </a:defRPr>
            </a:lvl3pPr>
            <a:lvl4pPr marL="443683" indent="0">
              <a:buNone/>
              <a:defRPr sz="452">
                <a:solidFill>
                  <a:schemeClr val="tx1">
                    <a:tint val="75000"/>
                  </a:schemeClr>
                </a:solidFill>
              </a:defRPr>
            </a:lvl4pPr>
            <a:lvl5pPr marL="591577" indent="0">
              <a:buNone/>
              <a:defRPr sz="452">
                <a:solidFill>
                  <a:schemeClr val="tx1">
                    <a:tint val="75000"/>
                  </a:schemeClr>
                </a:solidFill>
              </a:defRPr>
            </a:lvl5pPr>
            <a:lvl6pPr marL="739471" indent="0">
              <a:buNone/>
              <a:defRPr sz="452">
                <a:solidFill>
                  <a:schemeClr val="tx1">
                    <a:tint val="75000"/>
                  </a:schemeClr>
                </a:solidFill>
              </a:defRPr>
            </a:lvl6pPr>
            <a:lvl7pPr marL="887366" indent="0">
              <a:buNone/>
              <a:defRPr sz="452">
                <a:solidFill>
                  <a:schemeClr val="tx1">
                    <a:tint val="75000"/>
                  </a:schemeClr>
                </a:solidFill>
              </a:defRPr>
            </a:lvl7pPr>
            <a:lvl8pPr marL="1035260" indent="0">
              <a:buNone/>
              <a:defRPr sz="452">
                <a:solidFill>
                  <a:schemeClr val="tx1">
                    <a:tint val="75000"/>
                  </a:schemeClr>
                </a:solidFill>
              </a:defRPr>
            </a:lvl8pPr>
            <a:lvl9pPr marL="1183154" indent="0">
              <a:buNone/>
              <a:defRPr sz="4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2309-8E29-42BC-83F3-0F57B458EC49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4765-033D-40A2-A7E0-DC5A26BCCC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1852" y="49808923"/>
            <a:ext cx="12083805" cy="140895720"/>
          </a:xfrm>
        </p:spPr>
        <p:txBody>
          <a:bodyPr/>
          <a:lstStyle>
            <a:lvl1pPr>
              <a:defRPr sz="922"/>
            </a:lvl1pPr>
            <a:lvl2pPr>
              <a:defRPr sz="795"/>
            </a:lvl2pPr>
            <a:lvl3pPr>
              <a:defRPr sz="633"/>
            </a:lvl3pPr>
            <a:lvl4pPr>
              <a:defRPr sz="578"/>
            </a:lvl4pPr>
            <a:lvl5pPr>
              <a:defRPr sz="578"/>
            </a:lvl5pPr>
            <a:lvl6pPr>
              <a:defRPr sz="578"/>
            </a:lvl6pPr>
            <a:lvl7pPr>
              <a:defRPr sz="578"/>
            </a:lvl7pPr>
            <a:lvl8pPr>
              <a:defRPr sz="578"/>
            </a:lvl8pPr>
            <a:lvl9pPr>
              <a:defRPr sz="57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3960249" y="49808923"/>
            <a:ext cx="12083805" cy="140895720"/>
          </a:xfrm>
        </p:spPr>
        <p:txBody>
          <a:bodyPr/>
          <a:lstStyle>
            <a:lvl1pPr>
              <a:defRPr sz="922"/>
            </a:lvl1pPr>
            <a:lvl2pPr>
              <a:defRPr sz="795"/>
            </a:lvl2pPr>
            <a:lvl3pPr>
              <a:defRPr sz="633"/>
            </a:lvl3pPr>
            <a:lvl4pPr>
              <a:defRPr sz="578"/>
            </a:lvl4pPr>
            <a:lvl5pPr>
              <a:defRPr sz="578"/>
            </a:lvl5pPr>
            <a:lvl6pPr>
              <a:defRPr sz="578"/>
            </a:lvl6pPr>
            <a:lvl7pPr>
              <a:defRPr sz="578"/>
            </a:lvl7pPr>
            <a:lvl8pPr>
              <a:defRPr sz="578"/>
            </a:lvl8pPr>
            <a:lvl9pPr>
              <a:defRPr sz="57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2309-8E29-42BC-83F3-0F57B458EC49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4765-033D-40A2-A7E0-DC5A26BCCC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13765" y="1714139"/>
            <a:ext cx="27247692" cy="713396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71" y="9581312"/>
            <a:ext cx="13376810" cy="3993035"/>
          </a:xfrm>
        </p:spPr>
        <p:txBody>
          <a:bodyPr anchor="b"/>
          <a:lstStyle>
            <a:lvl1pPr marL="0" indent="0">
              <a:buNone/>
              <a:defRPr sz="795" b="1"/>
            </a:lvl1pPr>
            <a:lvl2pPr marL="147894" indent="0">
              <a:buNone/>
              <a:defRPr sz="633" b="1"/>
            </a:lvl2pPr>
            <a:lvl3pPr marL="295789" indent="0">
              <a:buNone/>
              <a:defRPr sz="578" b="1"/>
            </a:lvl3pPr>
            <a:lvl4pPr marL="443683" indent="0">
              <a:buNone/>
              <a:defRPr sz="506" b="1"/>
            </a:lvl4pPr>
            <a:lvl5pPr marL="591577" indent="0">
              <a:buNone/>
              <a:defRPr sz="506" b="1"/>
            </a:lvl5pPr>
            <a:lvl6pPr marL="739471" indent="0">
              <a:buNone/>
              <a:defRPr sz="506" b="1"/>
            </a:lvl6pPr>
            <a:lvl7pPr marL="887366" indent="0">
              <a:buNone/>
              <a:defRPr sz="506" b="1"/>
            </a:lvl7pPr>
            <a:lvl8pPr marL="1035260" indent="0">
              <a:buNone/>
              <a:defRPr sz="506" b="1"/>
            </a:lvl8pPr>
            <a:lvl9pPr marL="1183154" indent="0">
              <a:buNone/>
              <a:defRPr sz="50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13771" y="13574346"/>
            <a:ext cx="13376810" cy="24661708"/>
          </a:xfrm>
        </p:spPr>
        <p:txBody>
          <a:bodyPr/>
          <a:lstStyle>
            <a:lvl1pPr>
              <a:defRPr sz="795"/>
            </a:lvl1pPr>
            <a:lvl2pPr>
              <a:defRPr sz="633"/>
            </a:lvl2pPr>
            <a:lvl3pPr>
              <a:defRPr sz="578"/>
            </a:lvl3pPr>
            <a:lvl4pPr>
              <a:defRPr sz="506"/>
            </a:lvl4pPr>
            <a:lvl5pPr>
              <a:defRPr sz="506"/>
            </a:lvl5pPr>
            <a:lvl6pPr>
              <a:defRPr sz="506"/>
            </a:lvl6pPr>
            <a:lvl7pPr>
              <a:defRPr sz="506"/>
            </a:lvl7pPr>
            <a:lvl8pPr>
              <a:defRPr sz="506"/>
            </a:lvl8pPr>
            <a:lvl9pPr>
              <a:defRPr sz="50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5379400" y="9581312"/>
            <a:ext cx="13382063" cy="3993035"/>
          </a:xfrm>
        </p:spPr>
        <p:txBody>
          <a:bodyPr anchor="b"/>
          <a:lstStyle>
            <a:lvl1pPr marL="0" indent="0">
              <a:buNone/>
              <a:defRPr sz="795" b="1"/>
            </a:lvl1pPr>
            <a:lvl2pPr marL="147894" indent="0">
              <a:buNone/>
              <a:defRPr sz="633" b="1"/>
            </a:lvl2pPr>
            <a:lvl3pPr marL="295789" indent="0">
              <a:buNone/>
              <a:defRPr sz="578" b="1"/>
            </a:lvl3pPr>
            <a:lvl4pPr marL="443683" indent="0">
              <a:buNone/>
              <a:defRPr sz="506" b="1"/>
            </a:lvl4pPr>
            <a:lvl5pPr marL="591577" indent="0">
              <a:buNone/>
              <a:defRPr sz="506" b="1"/>
            </a:lvl5pPr>
            <a:lvl6pPr marL="739471" indent="0">
              <a:buNone/>
              <a:defRPr sz="506" b="1"/>
            </a:lvl6pPr>
            <a:lvl7pPr marL="887366" indent="0">
              <a:buNone/>
              <a:defRPr sz="506" b="1"/>
            </a:lvl7pPr>
            <a:lvl8pPr marL="1035260" indent="0">
              <a:buNone/>
              <a:defRPr sz="506" b="1"/>
            </a:lvl8pPr>
            <a:lvl9pPr marL="1183154" indent="0">
              <a:buNone/>
              <a:defRPr sz="50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5379400" y="13574346"/>
            <a:ext cx="13382063" cy="24661708"/>
          </a:xfrm>
        </p:spPr>
        <p:txBody>
          <a:bodyPr/>
          <a:lstStyle>
            <a:lvl1pPr>
              <a:defRPr sz="795"/>
            </a:lvl1pPr>
            <a:lvl2pPr>
              <a:defRPr sz="633"/>
            </a:lvl2pPr>
            <a:lvl3pPr>
              <a:defRPr sz="578"/>
            </a:lvl3pPr>
            <a:lvl4pPr>
              <a:defRPr sz="506"/>
            </a:lvl4pPr>
            <a:lvl5pPr>
              <a:defRPr sz="506"/>
            </a:lvl5pPr>
            <a:lvl6pPr>
              <a:defRPr sz="506"/>
            </a:lvl6pPr>
            <a:lvl7pPr>
              <a:defRPr sz="506"/>
            </a:lvl7pPr>
            <a:lvl8pPr>
              <a:defRPr sz="506"/>
            </a:lvl8pPr>
            <a:lvl9pPr>
              <a:defRPr sz="50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2309-8E29-42BC-83F3-0F57B458EC49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4765-033D-40A2-A7E0-DC5A26BCCC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2309-8E29-42BC-83F3-0F57B458EC49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4765-033D-40A2-A7E0-DC5A26BCCC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2309-8E29-42BC-83F3-0F57B458EC49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4765-033D-40A2-A7E0-DC5A26BCCC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13771" y="1704231"/>
            <a:ext cx="9960338" cy="7252857"/>
          </a:xfrm>
        </p:spPr>
        <p:txBody>
          <a:bodyPr anchor="b"/>
          <a:lstStyle>
            <a:lvl1pPr algn="l">
              <a:defRPr sz="633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836772" y="1704231"/>
            <a:ext cx="16924687" cy="36531823"/>
          </a:xfrm>
        </p:spPr>
        <p:txBody>
          <a:bodyPr/>
          <a:lstStyle>
            <a:lvl1pPr>
              <a:defRPr sz="1048"/>
            </a:lvl1pPr>
            <a:lvl2pPr>
              <a:defRPr sz="922"/>
            </a:lvl2pPr>
            <a:lvl3pPr>
              <a:defRPr sz="795"/>
            </a:lvl3pPr>
            <a:lvl4pPr>
              <a:defRPr sz="633"/>
            </a:lvl4pPr>
            <a:lvl5pPr>
              <a:defRPr sz="633"/>
            </a:lvl5pPr>
            <a:lvl6pPr>
              <a:defRPr sz="633"/>
            </a:lvl6pPr>
            <a:lvl7pPr>
              <a:defRPr sz="633"/>
            </a:lvl7pPr>
            <a:lvl8pPr>
              <a:defRPr sz="633"/>
            </a:lvl8pPr>
            <a:lvl9pPr>
              <a:defRPr sz="6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513771" y="8957091"/>
            <a:ext cx="9960338" cy="29278966"/>
          </a:xfrm>
        </p:spPr>
        <p:txBody>
          <a:bodyPr/>
          <a:lstStyle>
            <a:lvl1pPr marL="0" indent="0">
              <a:buNone/>
              <a:defRPr sz="452"/>
            </a:lvl1pPr>
            <a:lvl2pPr marL="147894" indent="0">
              <a:buNone/>
              <a:defRPr sz="379"/>
            </a:lvl2pPr>
            <a:lvl3pPr marL="295789" indent="0">
              <a:buNone/>
              <a:defRPr sz="325"/>
            </a:lvl3pPr>
            <a:lvl4pPr marL="443683" indent="0">
              <a:buNone/>
              <a:defRPr sz="271"/>
            </a:lvl4pPr>
            <a:lvl5pPr marL="591577" indent="0">
              <a:buNone/>
              <a:defRPr sz="271"/>
            </a:lvl5pPr>
            <a:lvl6pPr marL="739471" indent="0">
              <a:buNone/>
              <a:defRPr sz="271"/>
            </a:lvl6pPr>
            <a:lvl7pPr marL="887366" indent="0">
              <a:buNone/>
              <a:defRPr sz="271"/>
            </a:lvl7pPr>
            <a:lvl8pPr marL="1035260" indent="0">
              <a:buNone/>
              <a:defRPr sz="271"/>
            </a:lvl8pPr>
            <a:lvl9pPr marL="1183154" indent="0">
              <a:buNone/>
              <a:defRPr sz="27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2309-8E29-42BC-83F3-0F57B458EC49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4765-033D-40A2-A7E0-DC5A26BCCC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34154" y="29962634"/>
            <a:ext cx="18165128" cy="3537261"/>
          </a:xfrm>
        </p:spPr>
        <p:txBody>
          <a:bodyPr anchor="b"/>
          <a:lstStyle>
            <a:lvl1pPr algn="l">
              <a:defRPr sz="633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934154" y="3824598"/>
            <a:ext cx="18165128" cy="25682258"/>
          </a:xfrm>
        </p:spPr>
        <p:txBody>
          <a:bodyPr/>
          <a:lstStyle>
            <a:lvl1pPr marL="0" indent="0">
              <a:buNone/>
              <a:defRPr sz="1048"/>
            </a:lvl1pPr>
            <a:lvl2pPr marL="147894" indent="0">
              <a:buNone/>
              <a:defRPr sz="922"/>
            </a:lvl2pPr>
            <a:lvl3pPr marL="295789" indent="0">
              <a:buNone/>
              <a:defRPr sz="795"/>
            </a:lvl3pPr>
            <a:lvl4pPr marL="443683" indent="0">
              <a:buNone/>
              <a:defRPr sz="633"/>
            </a:lvl4pPr>
            <a:lvl5pPr marL="591577" indent="0">
              <a:buNone/>
              <a:defRPr sz="633"/>
            </a:lvl5pPr>
            <a:lvl6pPr marL="739471" indent="0">
              <a:buNone/>
              <a:defRPr sz="633"/>
            </a:lvl6pPr>
            <a:lvl7pPr marL="887366" indent="0">
              <a:buNone/>
              <a:defRPr sz="633"/>
            </a:lvl7pPr>
            <a:lvl8pPr marL="1035260" indent="0">
              <a:buNone/>
              <a:defRPr sz="633"/>
            </a:lvl8pPr>
            <a:lvl9pPr marL="1183154" indent="0">
              <a:buNone/>
              <a:defRPr sz="633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934154" y="33499901"/>
            <a:ext cx="18165128" cy="5023496"/>
          </a:xfrm>
        </p:spPr>
        <p:txBody>
          <a:bodyPr/>
          <a:lstStyle>
            <a:lvl1pPr marL="0" indent="0">
              <a:buNone/>
              <a:defRPr sz="452"/>
            </a:lvl1pPr>
            <a:lvl2pPr marL="147894" indent="0">
              <a:buNone/>
              <a:defRPr sz="379"/>
            </a:lvl2pPr>
            <a:lvl3pPr marL="295789" indent="0">
              <a:buNone/>
              <a:defRPr sz="325"/>
            </a:lvl3pPr>
            <a:lvl4pPr marL="443683" indent="0">
              <a:buNone/>
              <a:defRPr sz="271"/>
            </a:lvl4pPr>
            <a:lvl5pPr marL="591577" indent="0">
              <a:buNone/>
              <a:defRPr sz="271"/>
            </a:lvl5pPr>
            <a:lvl6pPr marL="739471" indent="0">
              <a:buNone/>
              <a:defRPr sz="271"/>
            </a:lvl6pPr>
            <a:lvl7pPr marL="887366" indent="0">
              <a:buNone/>
              <a:defRPr sz="271"/>
            </a:lvl7pPr>
            <a:lvl8pPr marL="1035260" indent="0">
              <a:buNone/>
              <a:defRPr sz="271"/>
            </a:lvl8pPr>
            <a:lvl9pPr marL="1183154" indent="0">
              <a:buNone/>
              <a:defRPr sz="27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2309-8E29-42BC-83F3-0F57B458EC49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4765-033D-40A2-A7E0-DC5A26BCCC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2309-8E29-42BC-83F3-0F57B458EC49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4765-033D-40A2-A7E0-DC5A26BCCC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9878629" y="8550849"/>
            <a:ext cx="6165420" cy="18215379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1850" y="8550849"/>
            <a:ext cx="18002186" cy="18215379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2309-8E29-42BC-83F3-0F57B458EC49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4765-033D-40A2-A7E0-DC5A26BCCC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65" y="1714139"/>
            <a:ext cx="27247692" cy="7133960"/>
          </a:xfrm>
          <a:prstGeom prst="rect">
            <a:avLst/>
          </a:prstGeom>
        </p:spPr>
        <p:txBody>
          <a:bodyPr vert="horz" lIns="163595" tIns="81797" rIns="163595" bIns="81797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5" y="9987553"/>
            <a:ext cx="27247692" cy="28248505"/>
          </a:xfrm>
          <a:prstGeom prst="rect">
            <a:avLst/>
          </a:prstGeom>
        </p:spPr>
        <p:txBody>
          <a:bodyPr vert="horz" lIns="163595" tIns="81797" rIns="163595" bIns="81797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61" y="39672756"/>
            <a:ext cx="7064216" cy="2278905"/>
          </a:xfrm>
          <a:prstGeom prst="rect">
            <a:avLst/>
          </a:prstGeom>
        </p:spPr>
        <p:txBody>
          <a:bodyPr vert="horz" lIns="163595" tIns="81797" rIns="163595" bIns="81797" rtlCol="0" anchor="ctr"/>
          <a:lstStyle>
            <a:lvl1pPr algn="l">
              <a:defRPr sz="3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E2309-8E29-42BC-83F3-0F57B458EC49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040" y="39672756"/>
            <a:ext cx="9587151" cy="2278905"/>
          </a:xfrm>
          <a:prstGeom prst="rect">
            <a:avLst/>
          </a:prstGeom>
        </p:spPr>
        <p:txBody>
          <a:bodyPr vert="horz" lIns="163595" tIns="81797" rIns="163595" bIns="81797" rtlCol="0" anchor="ctr"/>
          <a:lstStyle>
            <a:lvl1pPr algn="ctr">
              <a:defRPr sz="3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240" y="39672756"/>
            <a:ext cx="7064216" cy="2278905"/>
          </a:xfrm>
          <a:prstGeom prst="rect">
            <a:avLst/>
          </a:prstGeom>
        </p:spPr>
        <p:txBody>
          <a:bodyPr vert="horz" lIns="163595" tIns="81797" rIns="163595" bIns="81797" rtlCol="0" anchor="ctr"/>
          <a:lstStyle>
            <a:lvl1pPr algn="r">
              <a:defRPr sz="3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B4765-033D-40A2-A7E0-DC5A26BCCC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95789" rtl="0" eaLnBrk="1" latinLnBrk="1" hangingPunct="1">
        <a:spcBef>
          <a:spcPct val="0"/>
        </a:spcBef>
        <a:buNone/>
        <a:defRPr sz="14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0921" indent="-110921" algn="l" defTabSz="295789" rtl="0" eaLnBrk="1" latinLnBrk="1" hangingPunct="1">
        <a:spcBef>
          <a:spcPct val="20000"/>
        </a:spcBef>
        <a:buFont typeface="Arial" pitchFamily="34" charset="0"/>
        <a:buChar char="•"/>
        <a:defRPr sz="1048" kern="1200">
          <a:solidFill>
            <a:schemeClr val="tx1"/>
          </a:solidFill>
          <a:latin typeface="+mn-lt"/>
          <a:ea typeface="+mn-ea"/>
          <a:cs typeface="+mn-cs"/>
        </a:defRPr>
      </a:lvl1pPr>
      <a:lvl2pPr marL="240329" indent="-92434" algn="l" defTabSz="295789" rtl="0" eaLnBrk="1" latinLnBrk="1" hangingPunct="1">
        <a:spcBef>
          <a:spcPct val="20000"/>
        </a:spcBef>
        <a:buFont typeface="Arial" pitchFamily="34" charset="0"/>
        <a:buChar char="–"/>
        <a:defRPr sz="922" kern="1200">
          <a:solidFill>
            <a:schemeClr val="tx1"/>
          </a:solidFill>
          <a:latin typeface="+mn-lt"/>
          <a:ea typeface="+mn-ea"/>
          <a:cs typeface="+mn-cs"/>
        </a:defRPr>
      </a:lvl2pPr>
      <a:lvl3pPr marL="369736" indent="-73947" algn="l" defTabSz="295789" rtl="0" eaLnBrk="1" latinLnBrk="1" hangingPunct="1">
        <a:spcBef>
          <a:spcPct val="20000"/>
        </a:spcBef>
        <a:buFont typeface="Arial" pitchFamily="34" charset="0"/>
        <a:buChar char="•"/>
        <a:defRPr sz="795" kern="1200">
          <a:solidFill>
            <a:schemeClr val="tx1"/>
          </a:solidFill>
          <a:latin typeface="+mn-lt"/>
          <a:ea typeface="+mn-ea"/>
          <a:cs typeface="+mn-cs"/>
        </a:defRPr>
      </a:lvl3pPr>
      <a:lvl4pPr marL="517630" indent="-73947" algn="l" defTabSz="295789" rtl="0" eaLnBrk="1" latinLnBrk="1" hangingPunct="1">
        <a:spcBef>
          <a:spcPct val="20000"/>
        </a:spcBef>
        <a:buFont typeface="Arial" pitchFamily="34" charset="0"/>
        <a:buChar char="–"/>
        <a:defRPr sz="633" kern="1200">
          <a:solidFill>
            <a:schemeClr val="tx1"/>
          </a:solidFill>
          <a:latin typeface="+mn-lt"/>
          <a:ea typeface="+mn-ea"/>
          <a:cs typeface="+mn-cs"/>
        </a:defRPr>
      </a:lvl4pPr>
      <a:lvl5pPr marL="665525" indent="-73947" algn="l" defTabSz="295789" rtl="0" eaLnBrk="1" latinLnBrk="1" hangingPunct="1">
        <a:spcBef>
          <a:spcPct val="20000"/>
        </a:spcBef>
        <a:buFont typeface="Arial" pitchFamily="34" charset="0"/>
        <a:buChar char="»"/>
        <a:defRPr sz="633" kern="1200">
          <a:solidFill>
            <a:schemeClr val="tx1"/>
          </a:solidFill>
          <a:latin typeface="+mn-lt"/>
          <a:ea typeface="+mn-ea"/>
          <a:cs typeface="+mn-cs"/>
        </a:defRPr>
      </a:lvl5pPr>
      <a:lvl6pPr marL="813419" indent="-73947" algn="l" defTabSz="295789" rtl="0" eaLnBrk="1" latinLnBrk="1" hangingPunct="1">
        <a:spcBef>
          <a:spcPct val="20000"/>
        </a:spcBef>
        <a:buFont typeface="Arial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6pPr>
      <a:lvl7pPr marL="961313" indent="-73947" algn="l" defTabSz="295789" rtl="0" eaLnBrk="1" latinLnBrk="1" hangingPunct="1">
        <a:spcBef>
          <a:spcPct val="20000"/>
        </a:spcBef>
        <a:buFont typeface="Arial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7pPr>
      <a:lvl8pPr marL="1109208" indent="-73947" algn="l" defTabSz="295789" rtl="0" eaLnBrk="1" latinLnBrk="1" hangingPunct="1">
        <a:spcBef>
          <a:spcPct val="20000"/>
        </a:spcBef>
        <a:buFont typeface="Arial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8pPr>
      <a:lvl9pPr marL="1257102" indent="-73947" algn="l" defTabSz="295789" rtl="0" eaLnBrk="1" latinLnBrk="1" hangingPunct="1">
        <a:spcBef>
          <a:spcPct val="20000"/>
        </a:spcBef>
        <a:buFont typeface="Arial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295789" rtl="0" eaLnBrk="1" latinLnBrk="1" hangingPunct="1">
        <a:defRPr sz="578" kern="1200">
          <a:solidFill>
            <a:schemeClr val="tx1"/>
          </a:solidFill>
          <a:latin typeface="+mn-lt"/>
          <a:ea typeface="+mn-ea"/>
          <a:cs typeface="+mn-cs"/>
        </a:defRPr>
      </a:lvl1pPr>
      <a:lvl2pPr marL="147894" algn="l" defTabSz="295789" rtl="0" eaLnBrk="1" latinLnBrk="1" hangingPunct="1">
        <a:defRPr sz="578" kern="1200">
          <a:solidFill>
            <a:schemeClr val="tx1"/>
          </a:solidFill>
          <a:latin typeface="+mn-lt"/>
          <a:ea typeface="+mn-ea"/>
          <a:cs typeface="+mn-cs"/>
        </a:defRPr>
      </a:lvl2pPr>
      <a:lvl3pPr marL="295789" algn="l" defTabSz="295789" rtl="0" eaLnBrk="1" latinLnBrk="1" hangingPunct="1">
        <a:defRPr sz="578" kern="1200">
          <a:solidFill>
            <a:schemeClr val="tx1"/>
          </a:solidFill>
          <a:latin typeface="+mn-lt"/>
          <a:ea typeface="+mn-ea"/>
          <a:cs typeface="+mn-cs"/>
        </a:defRPr>
      </a:lvl3pPr>
      <a:lvl4pPr marL="443683" algn="l" defTabSz="295789" rtl="0" eaLnBrk="1" latinLnBrk="1" hangingPunct="1">
        <a:defRPr sz="578" kern="1200">
          <a:solidFill>
            <a:schemeClr val="tx1"/>
          </a:solidFill>
          <a:latin typeface="+mn-lt"/>
          <a:ea typeface="+mn-ea"/>
          <a:cs typeface="+mn-cs"/>
        </a:defRPr>
      </a:lvl4pPr>
      <a:lvl5pPr marL="591577" algn="l" defTabSz="295789" rtl="0" eaLnBrk="1" latinLnBrk="1" hangingPunct="1">
        <a:defRPr sz="578" kern="1200">
          <a:solidFill>
            <a:schemeClr val="tx1"/>
          </a:solidFill>
          <a:latin typeface="+mn-lt"/>
          <a:ea typeface="+mn-ea"/>
          <a:cs typeface="+mn-cs"/>
        </a:defRPr>
      </a:lvl5pPr>
      <a:lvl6pPr marL="739471" algn="l" defTabSz="295789" rtl="0" eaLnBrk="1" latinLnBrk="1" hangingPunct="1">
        <a:defRPr sz="578" kern="1200">
          <a:solidFill>
            <a:schemeClr val="tx1"/>
          </a:solidFill>
          <a:latin typeface="+mn-lt"/>
          <a:ea typeface="+mn-ea"/>
          <a:cs typeface="+mn-cs"/>
        </a:defRPr>
      </a:lvl6pPr>
      <a:lvl7pPr marL="887366" algn="l" defTabSz="295789" rtl="0" eaLnBrk="1" latinLnBrk="1" hangingPunct="1">
        <a:defRPr sz="578" kern="1200">
          <a:solidFill>
            <a:schemeClr val="tx1"/>
          </a:solidFill>
          <a:latin typeface="+mn-lt"/>
          <a:ea typeface="+mn-ea"/>
          <a:cs typeface="+mn-cs"/>
        </a:defRPr>
      </a:lvl7pPr>
      <a:lvl8pPr marL="1035260" algn="l" defTabSz="295789" rtl="0" eaLnBrk="1" latinLnBrk="1" hangingPunct="1">
        <a:defRPr sz="578" kern="1200">
          <a:solidFill>
            <a:schemeClr val="tx1"/>
          </a:solidFill>
          <a:latin typeface="+mn-lt"/>
          <a:ea typeface="+mn-ea"/>
          <a:cs typeface="+mn-cs"/>
        </a:defRPr>
      </a:lvl8pPr>
      <a:lvl9pPr marL="1183154" algn="l" defTabSz="295789" rtl="0" eaLnBrk="1" latinLnBrk="1" hangingPunct="1">
        <a:defRPr sz="5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111">
            <a:extLst>
              <a:ext uri="{FF2B5EF4-FFF2-40B4-BE49-F238E27FC236}">
                <a16:creationId xmlns:a16="http://schemas.microsoft.com/office/drawing/2014/main" id="{42AA62A3-AE16-9AF0-37E1-FAD0836A7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25" y="27698953"/>
            <a:ext cx="14561337" cy="1326350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lIns="23234" tIns="11618" rIns="23234" bIns="11618" anchor="ctr"/>
          <a:lstStyle>
            <a:defPPr>
              <a:defRPr lang="ko-KR"/>
            </a:defPPr>
            <a:lvl1pPr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2159000" indent="-1701800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4319588" indent="-3405188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6480175" indent="-5108575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8640763" indent="-6811963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defTabSz="231473">
              <a:defRPr/>
            </a:pPr>
            <a:endParaRPr lang="en-US" altLang="ko-KR" sz="5606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-25930" y="-42187"/>
            <a:ext cx="30282589" cy="2820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264" tIns="11632" rIns="23264" bIns="11632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4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884238" indent="-293688" algn="ctr" rtl="0" fontAlgn="base" latinLnBrk="1">
              <a:spcBef>
                <a:spcPct val="0"/>
              </a:spcBef>
              <a:spcAft>
                <a:spcPct val="0"/>
              </a:spcAft>
              <a:defRPr kumimoji="1" sz="4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68475" indent="-588963" algn="ctr" rtl="0" fontAlgn="base" latinLnBrk="1">
              <a:spcBef>
                <a:spcPct val="0"/>
              </a:spcBef>
              <a:spcAft>
                <a:spcPct val="0"/>
              </a:spcAft>
              <a:defRPr kumimoji="1" sz="4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652713" indent="-884238" algn="ctr" rtl="0" fontAlgn="base" latinLnBrk="1">
              <a:spcBef>
                <a:spcPct val="0"/>
              </a:spcBef>
              <a:spcAft>
                <a:spcPct val="0"/>
              </a:spcAft>
              <a:defRPr kumimoji="1" sz="4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538538" indent="-1179513" algn="ctr" rtl="0" fontAlgn="base" latinLnBrk="1">
              <a:spcBef>
                <a:spcPct val="0"/>
              </a:spcBef>
              <a:spcAft>
                <a:spcPct val="0"/>
              </a:spcAft>
              <a:defRPr kumimoji="1" sz="4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4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4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4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4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5192">
              <a:defRPr/>
            </a:pPr>
            <a:endParaRPr lang="ko-KR" altLang="en-US" sz="2990" b="1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itchFamily="18" charset="0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6208614" y="-42187"/>
            <a:ext cx="23768807" cy="28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9921" tIns="54960" rIns="109921" bIns="54960" anchor="ctr"/>
          <a:lstStyle>
            <a:defPPr>
              <a:defRPr lang="ko-KR"/>
            </a:defPPr>
            <a:lvl1pPr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2159000" indent="-1701800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4319588" indent="-3405188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6480175" indent="-5108575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8640763" indent="-6811963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en-US" altLang="ko-KR" sz="897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Calibri" panose="020F0502020204030204" pitchFamily="34" charset="0"/>
              </a:rPr>
              <a:t>ZE-09</a:t>
            </a:r>
            <a:r>
              <a:rPr lang="ko-KR" altLang="en-US" sz="8970" b="1"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8970" b="1"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Calibri" panose="020F0502020204030204" pitchFamily="34" charset="0"/>
              </a:rPr>
              <a:t>Battery &amp; Circuit</a:t>
            </a:r>
            <a:endParaRPr lang="en-US" altLang="ko-KR" sz="8970" b="1" dirty="0"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52D9595-84EB-EBA7-277A-8E714B00D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7163" y="41139908"/>
            <a:ext cx="8512219" cy="141986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6A26216-F7C8-742D-4C53-7066358695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14" y="601230"/>
            <a:ext cx="8136904" cy="1575562"/>
          </a:xfrm>
          <a:prstGeom prst="rect">
            <a:avLst/>
          </a:prstGeom>
        </p:spPr>
      </p:pic>
      <p:sp>
        <p:nvSpPr>
          <p:cNvPr id="13" name="TextBox 23">
            <a:extLst>
              <a:ext uri="{FF2B5EF4-FFF2-40B4-BE49-F238E27FC236}">
                <a16:creationId xmlns:a16="http://schemas.microsoft.com/office/drawing/2014/main" id="{A9975CB0-4C73-4522-8365-047EB0AE3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0240" y="3244133"/>
            <a:ext cx="13744497" cy="735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3264" tIns="11632" rIns="23264" bIns="11632">
            <a:spAutoFit/>
          </a:bodyPr>
          <a:lstStyle>
            <a:defPPr>
              <a:defRPr lang="ko-KR"/>
            </a:defPPr>
            <a:lvl1pPr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2159000" indent="-1701800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4319588" indent="-3405188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6480175" indent="-5108575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8640763" indent="-6811963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en-US" altLang="ko-KR" sz="4000" b="1" dirty="0">
                <a:solidFill>
                  <a:srgbClr val="0E325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Calibri" panose="020F0502020204030204" pitchFamily="34" charset="0"/>
              </a:rPr>
              <a:t>|</a:t>
            </a:r>
            <a:endParaRPr lang="ko-KR" altLang="ko-KR" sz="4000" dirty="0"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DD11B727-728F-4636-A240-B99D5B2D8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351" y="3337023"/>
            <a:ext cx="14538211" cy="10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23234" tIns="11618" rIns="23234" bIns="11618" anchor="ctr"/>
          <a:lstStyle>
            <a:defPPr>
              <a:defRPr lang="ko-KR"/>
            </a:defPPr>
            <a:lvl1pPr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2159000" indent="-1701800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4319588" indent="-3405188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6480175" indent="-5108575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8640763" indent="-6811963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defTabSz="231473">
              <a:defRPr/>
            </a:pPr>
            <a:r>
              <a:rPr lang="ko-KR" altLang="en-US" sz="54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설계 목표</a:t>
            </a:r>
            <a:endParaRPr lang="en-US" altLang="ko-KR" sz="5400" b="1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8" name="Rectangle 111">
            <a:extLst>
              <a:ext uri="{FF2B5EF4-FFF2-40B4-BE49-F238E27FC236}">
                <a16:creationId xmlns:a16="http://schemas.microsoft.com/office/drawing/2014/main" id="{77ADB915-B88E-49C5-9835-F1C5C9D5E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9456" y="4341922"/>
            <a:ext cx="14686278" cy="19508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lIns="23234" tIns="11618" rIns="23234" bIns="11618" anchor="ctr"/>
          <a:lstStyle>
            <a:defPPr>
              <a:defRPr lang="ko-KR"/>
            </a:defPPr>
            <a:lvl1pPr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2159000" indent="-1701800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4319588" indent="-3405188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6480175" indent="-5108575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8640763" indent="-6811963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defTabSz="231473">
              <a:defRPr/>
            </a:pPr>
            <a:endParaRPr lang="en-US" altLang="ko-KR" sz="5606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1" name="Rectangle 111">
            <a:extLst>
              <a:ext uri="{FF2B5EF4-FFF2-40B4-BE49-F238E27FC236}">
                <a16:creationId xmlns:a16="http://schemas.microsoft.com/office/drawing/2014/main" id="{22E7C1FA-F134-4954-97D8-D152ADB2C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91141" y="24991457"/>
            <a:ext cx="14686279" cy="96120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lIns="23234" tIns="11618" rIns="23234" bIns="11618" anchor="ctr"/>
          <a:lstStyle>
            <a:defPPr>
              <a:defRPr lang="ko-KR"/>
            </a:defPPr>
            <a:lvl1pPr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2159000" indent="-1701800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4319588" indent="-3405188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6480175" indent="-5108575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8640763" indent="-6811963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defTabSz="231473">
              <a:defRPr/>
            </a:pPr>
            <a:endParaRPr lang="en-US" altLang="ko-KR" sz="5606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955C9F-6B5B-431B-A60D-1FF11FF18F52}"/>
              </a:ext>
            </a:extLst>
          </p:cNvPr>
          <p:cNvSpPr txBox="1"/>
          <p:nvPr/>
        </p:nvSpPr>
        <p:spPr>
          <a:xfrm>
            <a:off x="833376" y="17876989"/>
            <a:ext cx="13643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	</a:t>
            </a:r>
            <a:r>
              <a:rPr lang="ko-KR" altLang="en-US" sz="2800" dirty="0"/>
              <a:t> </a:t>
            </a:r>
          </a:p>
        </p:txBody>
      </p:sp>
      <p:sp>
        <p:nvSpPr>
          <p:cNvPr id="26" name="Rectangle 111">
            <a:extLst>
              <a:ext uri="{FF2B5EF4-FFF2-40B4-BE49-F238E27FC236}">
                <a16:creationId xmlns:a16="http://schemas.microsoft.com/office/drawing/2014/main" id="{B9B4F158-4AA2-4CE3-B278-FC002B844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032" y="35632869"/>
            <a:ext cx="14686278" cy="53295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lIns="23234" tIns="11618" rIns="23234" bIns="11618" anchor="ctr"/>
          <a:lstStyle>
            <a:defPPr>
              <a:defRPr lang="ko-KR"/>
            </a:defPPr>
            <a:lvl1pPr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2159000" indent="-1701800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4319588" indent="-3405188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6480175" indent="-5108575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8640763" indent="-6811963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defTabSz="231473">
              <a:defRPr/>
            </a:pPr>
            <a:endParaRPr lang="en-US" altLang="ko-KR" sz="5606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BB4C1DFA-A86E-42BF-9BF8-A68AE86AE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9456" y="34607057"/>
            <a:ext cx="14686278" cy="10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23234" tIns="11618" rIns="23234" bIns="11618" anchor="ctr"/>
          <a:lstStyle>
            <a:defPPr>
              <a:defRPr lang="ko-KR"/>
            </a:defPPr>
            <a:lvl1pPr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2159000" indent="-1701800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4319588" indent="-3405188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6480175" indent="-5108575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8640763" indent="-6811963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defTabSz="231473">
              <a:defRPr/>
            </a:pPr>
            <a:r>
              <a:rPr lang="en-US" altLang="ko-KR" sz="54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APPS </a:t>
            </a:r>
            <a:r>
              <a:rPr lang="ko-KR" altLang="en-US" sz="54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과제</a:t>
            </a:r>
            <a:endParaRPr lang="en-US" altLang="ko-KR" sz="5400" b="1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0" name="Rectangle 111">
            <a:extLst>
              <a:ext uri="{FF2B5EF4-FFF2-40B4-BE49-F238E27FC236}">
                <a16:creationId xmlns:a16="http://schemas.microsoft.com/office/drawing/2014/main" id="{F100AC32-4582-497B-AD84-340A1DC71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25" y="8121680"/>
            <a:ext cx="14538212" cy="183207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lIns="23234" tIns="11618" rIns="23234" bIns="11618" anchor="ctr"/>
          <a:lstStyle>
            <a:defPPr>
              <a:defRPr lang="ko-KR"/>
            </a:defPPr>
            <a:lvl1pPr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2159000" indent="-1701800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4319588" indent="-3405188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6480175" indent="-5108575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8640763" indent="-6811963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defTabSz="231473">
              <a:defRPr/>
            </a:pPr>
            <a:endParaRPr lang="en-US" altLang="ko-KR" sz="5606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96165146-1245-4E30-B478-5C599651D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25" y="7113680"/>
            <a:ext cx="14538211" cy="10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23234" tIns="11618" rIns="23234" bIns="11618" anchor="ctr"/>
          <a:lstStyle>
            <a:defPPr>
              <a:defRPr lang="ko-KR"/>
            </a:defPPr>
            <a:lvl1pPr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2159000" indent="-1701800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4319588" indent="-3405188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6480175" indent="-5108575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8640763" indent="-6811963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defTabSz="231473">
              <a:defRPr/>
            </a:pPr>
            <a:r>
              <a:rPr lang="ko-KR" altLang="en-US" sz="54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셀 선정</a:t>
            </a:r>
            <a:endParaRPr lang="en-US" altLang="ko-KR" sz="5400" b="1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0F3AC0-94AD-4969-CDE1-EEB73224D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032" y="23967085"/>
            <a:ext cx="14686278" cy="10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23234" tIns="11618" rIns="23234" bIns="11618" anchor="ctr"/>
          <a:lstStyle>
            <a:defPPr>
              <a:defRPr lang="ko-KR"/>
            </a:defPPr>
            <a:lvl1pPr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2159000" indent="-1701800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4319588" indent="-3405188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6480175" indent="-5108575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8640763" indent="-6811963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defTabSz="231473">
              <a:defRPr/>
            </a:pPr>
            <a:r>
              <a:rPr lang="ko-KR" altLang="en-US" sz="54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회로 설계 및 검증</a:t>
            </a:r>
            <a:endParaRPr lang="en-US" altLang="ko-KR" sz="5400" b="1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6ADAF2-361A-2229-1996-DA6F9FBD2D4A}"/>
              </a:ext>
            </a:extLst>
          </p:cNvPr>
          <p:cNvSpPr txBox="1"/>
          <p:nvPr/>
        </p:nvSpPr>
        <p:spPr>
          <a:xfrm>
            <a:off x="26560350" y="21382429"/>
            <a:ext cx="4666341" cy="438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2" name="Rectangle 7">
            <a:extLst>
              <a:ext uri="{FF2B5EF4-FFF2-40B4-BE49-F238E27FC236}">
                <a16:creationId xmlns:a16="http://schemas.microsoft.com/office/drawing/2014/main" id="{BF3B71B6-EC6D-42DA-B86E-3FE39570F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032" y="3328703"/>
            <a:ext cx="14669557" cy="10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23234" tIns="11618" rIns="23234" bIns="11618" anchor="ctr"/>
          <a:lstStyle>
            <a:defPPr>
              <a:defRPr lang="ko-KR"/>
            </a:defPPr>
            <a:lvl1pPr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2159000" indent="-1701800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4319588" indent="-3405188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6480175" indent="-5108575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8640763" indent="-6811963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defTabSz="231473">
              <a:defRPr/>
            </a:pPr>
            <a:r>
              <a:rPr lang="en-US" altLang="ko-KR" sz="54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PCB layout &amp; Type of Elements</a:t>
            </a:r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272A5D92-1E1C-4DF9-8FF2-BB8033463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6" name="Rectangle 10">
            <a:extLst>
              <a:ext uri="{FF2B5EF4-FFF2-40B4-BE49-F238E27FC236}">
                <a16:creationId xmlns:a16="http://schemas.microsoft.com/office/drawing/2014/main" id="{78860861-48B1-4885-A4E5-FB5FB813E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91452" y="1189808"/>
            <a:ext cx="42165878" cy="1035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7" name="Rectangle 12">
            <a:extLst>
              <a:ext uri="{FF2B5EF4-FFF2-40B4-BE49-F238E27FC236}">
                <a16:creationId xmlns:a16="http://schemas.microsoft.com/office/drawing/2014/main" id="{B7AB4FA2-B26F-4C44-B9CE-9DF6C7025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9" name="Rectangle 14">
            <a:extLst>
              <a:ext uri="{FF2B5EF4-FFF2-40B4-BE49-F238E27FC236}">
                <a16:creationId xmlns:a16="http://schemas.microsoft.com/office/drawing/2014/main" id="{176C8FD0-4DB5-4CD2-A04C-7553034DF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2" name="Rectangle 16">
            <a:extLst>
              <a:ext uri="{FF2B5EF4-FFF2-40B4-BE49-F238E27FC236}">
                <a16:creationId xmlns:a16="http://schemas.microsoft.com/office/drawing/2014/main" id="{73F678D1-AA0A-4ECC-BAE9-17AFD5D9C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8" name="Rectangle 20">
            <a:extLst>
              <a:ext uri="{FF2B5EF4-FFF2-40B4-BE49-F238E27FC236}">
                <a16:creationId xmlns:a16="http://schemas.microsoft.com/office/drawing/2014/main" id="{3680BAD9-02AA-468C-968D-59C1A5FCA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7" name="Rectangle 22">
            <a:extLst>
              <a:ext uri="{FF2B5EF4-FFF2-40B4-BE49-F238E27FC236}">
                <a16:creationId xmlns:a16="http://schemas.microsoft.com/office/drawing/2014/main" id="{2E71AC15-42CF-4493-9E3D-0CD9A89E4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0" name="Rectangle 24">
            <a:extLst>
              <a:ext uri="{FF2B5EF4-FFF2-40B4-BE49-F238E27FC236}">
                <a16:creationId xmlns:a16="http://schemas.microsoft.com/office/drawing/2014/main" id="{C3FC2682-D158-4777-B583-31DB883F8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6" name="Rectangle 30">
            <a:extLst>
              <a:ext uri="{FF2B5EF4-FFF2-40B4-BE49-F238E27FC236}">
                <a16:creationId xmlns:a16="http://schemas.microsoft.com/office/drawing/2014/main" id="{A7FB20FD-0E34-42E2-86D0-512AAD52B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9" name="Rectangle 32">
            <a:extLst>
              <a:ext uri="{FF2B5EF4-FFF2-40B4-BE49-F238E27FC236}">
                <a16:creationId xmlns:a16="http://schemas.microsoft.com/office/drawing/2014/main" id="{9EA15938-5A65-42D2-A8BA-5C24A9BC1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316424E-6AF0-4079-9585-BD191D5F91EF}"/>
              </a:ext>
            </a:extLst>
          </p:cNvPr>
          <p:cNvGrpSpPr/>
          <p:nvPr/>
        </p:nvGrpSpPr>
        <p:grpSpPr>
          <a:xfrm>
            <a:off x="17547175" y="4822930"/>
            <a:ext cx="10258246" cy="4385463"/>
            <a:chOff x="15464536" y="4966364"/>
            <a:chExt cx="10258246" cy="4385463"/>
          </a:xfrm>
        </p:grpSpPr>
        <p:pic>
          <p:nvPicPr>
            <p:cNvPr id="1033" name="_x423270872" descr="EMB000059d835af">
              <a:extLst>
                <a:ext uri="{FF2B5EF4-FFF2-40B4-BE49-F238E27FC236}">
                  <a16:creationId xmlns:a16="http://schemas.microsoft.com/office/drawing/2014/main" id="{1D9B2539-3F09-46A6-8FDF-8B73464EFB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75626" y="4966364"/>
              <a:ext cx="4805685" cy="2184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3BF07B4-38EB-4FB5-85E6-53FD4944847D}"/>
                </a:ext>
              </a:extLst>
            </p:cNvPr>
            <p:cNvGrpSpPr/>
            <p:nvPr/>
          </p:nvGrpSpPr>
          <p:grpSpPr>
            <a:xfrm>
              <a:off x="15464536" y="4966364"/>
              <a:ext cx="10258246" cy="4385463"/>
              <a:chOff x="15464536" y="4966364"/>
              <a:chExt cx="10258246" cy="4385463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8FC5EA01-1D10-4A2F-9D95-EB04BF8F46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554877" y="7248806"/>
                <a:ext cx="4805684" cy="2050425"/>
              </a:xfrm>
              <a:prstGeom prst="rect">
                <a:avLst/>
              </a:prstGeom>
            </p:spPr>
          </p:pic>
          <p:pic>
            <p:nvPicPr>
              <p:cNvPr id="60" name="그림 59">
                <a:extLst>
                  <a:ext uri="{FF2B5EF4-FFF2-40B4-BE49-F238E27FC236}">
                    <a16:creationId xmlns:a16="http://schemas.microsoft.com/office/drawing/2014/main" id="{3918424C-EA6B-4BE3-A7E4-F054CBA21E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584025" y="5185584"/>
                <a:ext cx="4966651" cy="3814392"/>
              </a:xfrm>
              <a:prstGeom prst="rect">
                <a:avLst/>
              </a:prstGeom>
            </p:spPr>
          </p:pic>
          <p:sp>
            <p:nvSpPr>
              <p:cNvPr id="119" name="직사각형 118">
                <a:extLst>
                  <a:ext uri="{FF2B5EF4-FFF2-40B4-BE49-F238E27FC236}">
                    <a16:creationId xmlns:a16="http://schemas.microsoft.com/office/drawing/2014/main" id="{517E7ECE-177B-4809-A7AE-F4978469A3DA}"/>
                  </a:ext>
                </a:extLst>
              </p:cNvPr>
              <p:cNvSpPr/>
              <p:nvPr/>
            </p:nvSpPr>
            <p:spPr>
              <a:xfrm>
                <a:off x="15464536" y="4966364"/>
                <a:ext cx="10258246" cy="438546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F0D97D32-88B9-40F3-AEEE-249DA0D6911D}"/>
              </a:ext>
            </a:extLst>
          </p:cNvPr>
          <p:cNvSpPr txBox="1"/>
          <p:nvPr/>
        </p:nvSpPr>
        <p:spPr>
          <a:xfrm>
            <a:off x="15391737" y="4363591"/>
            <a:ext cx="6992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2400" b="1" dirty="0"/>
              <a:t>ZE08</a:t>
            </a:r>
            <a:r>
              <a:rPr lang="ko-KR" altLang="en-US" sz="2400" b="1" dirty="0"/>
              <a:t> 배터리 박스 내부 </a:t>
            </a:r>
            <a:r>
              <a:rPr lang="en-US" altLang="ko-KR" sz="2400" b="1" dirty="0"/>
              <a:t>PCB &amp; 3D MODEL</a:t>
            </a:r>
            <a:endParaRPr lang="ko-KR" altLang="en-US" sz="2400" b="1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D0951AB-455E-4B16-AFBB-3DB84D921555}"/>
              </a:ext>
            </a:extLst>
          </p:cNvPr>
          <p:cNvGrpSpPr/>
          <p:nvPr/>
        </p:nvGrpSpPr>
        <p:grpSpPr>
          <a:xfrm>
            <a:off x="17522563" y="9776738"/>
            <a:ext cx="10258246" cy="3298717"/>
            <a:chOff x="15435749" y="9854071"/>
            <a:chExt cx="10258246" cy="3298717"/>
          </a:xfrm>
        </p:grpSpPr>
        <p:pic>
          <p:nvPicPr>
            <p:cNvPr id="1035" name="_x423270872" descr="EMB000059d835b0">
              <a:extLst>
                <a:ext uri="{FF2B5EF4-FFF2-40B4-BE49-F238E27FC236}">
                  <a16:creationId xmlns:a16="http://schemas.microsoft.com/office/drawing/2014/main" id="{5A9BCA09-D1CC-42C2-91F9-8890E38560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26089" y="9914785"/>
              <a:ext cx="4799812" cy="31144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B533DBAE-68AE-4274-925F-E79DCA9D4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657438" y="10554828"/>
              <a:ext cx="4762249" cy="2435862"/>
            </a:xfrm>
            <a:prstGeom prst="rect">
              <a:avLst/>
            </a:prstGeom>
          </p:spPr>
        </p:pic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39BEE6B9-85C2-4009-8084-7719314C0E56}"/>
                </a:ext>
              </a:extLst>
            </p:cNvPr>
            <p:cNvSpPr/>
            <p:nvPr/>
          </p:nvSpPr>
          <p:spPr>
            <a:xfrm>
              <a:off x="15435749" y="9854071"/>
              <a:ext cx="10258246" cy="329871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2A30C778-ECB1-4F35-9CC9-3F8C75AA48AB}"/>
              </a:ext>
            </a:extLst>
          </p:cNvPr>
          <p:cNvSpPr txBox="1"/>
          <p:nvPr/>
        </p:nvSpPr>
        <p:spPr>
          <a:xfrm>
            <a:off x="15479518" y="9260039"/>
            <a:ext cx="6992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2400" b="1" dirty="0"/>
              <a:t>ZE09</a:t>
            </a:r>
            <a:r>
              <a:rPr lang="ko-KR" altLang="en-US" sz="2400" b="1" dirty="0"/>
              <a:t> 배터리 박스 내부 </a:t>
            </a:r>
            <a:r>
              <a:rPr lang="en-US" altLang="ko-KR" sz="2400" b="1" dirty="0"/>
              <a:t>PCB &amp; 3D MODEL</a:t>
            </a:r>
            <a:endParaRPr lang="ko-KR" altLang="en-US" sz="2400" b="1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13085FA-CE3D-4CF9-BCFA-A0BB4FDABB64}"/>
              </a:ext>
            </a:extLst>
          </p:cNvPr>
          <p:cNvGrpSpPr/>
          <p:nvPr/>
        </p:nvGrpSpPr>
        <p:grpSpPr>
          <a:xfrm>
            <a:off x="17583365" y="13548983"/>
            <a:ext cx="10258246" cy="2372863"/>
            <a:chOff x="15440246" y="13677749"/>
            <a:chExt cx="10258246" cy="2372863"/>
          </a:xfrm>
        </p:grpSpPr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80654537-5EF8-423A-9BC0-20F431EF7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665028" y="13775213"/>
              <a:ext cx="4799812" cy="2128165"/>
            </a:xfrm>
            <a:prstGeom prst="rect">
              <a:avLst/>
            </a:prstGeom>
          </p:spPr>
        </p:pic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E1A624D4-5ED1-459F-9D67-04F90699E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575626" y="13795667"/>
              <a:ext cx="4715533" cy="2086266"/>
            </a:xfrm>
            <a:prstGeom prst="rect">
              <a:avLst/>
            </a:prstGeom>
          </p:spPr>
        </p:pic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1E2249B3-3BB0-4D60-BDE7-BDB538A68837}"/>
                </a:ext>
              </a:extLst>
            </p:cNvPr>
            <p:cNvSpPr/>
            <p:nvPr/>
          </p:nvSpPr>
          <p:spPr>
            <a:xfrm>
              <a:off x="15440246" y="13677749"/>
              <a:ext cx="10258246" cy="237286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1519CF96-D142-49D0-B2E9-DE24D255A7D9}"/>
              </a:ext>
            </a:extLst>
          </p:cNvPr>
          <p:cNvSpPr txBox="1"/>
          <p:nvPr/>
        </p:nvSpPr>
        <p:spPr>
          <a:xfrm>
            <a:off x="15479518" y="13116366"/>
            <a:ext cx="6992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2400" b="1" dirty="0"/>
              <a:t>DISCHARGE </a:t>
            </a:r>
            <a:r>
              <a:rPr lang="ko-KR" altLang="en-US" sz="2400" b="1" dirty="0"/>
              <a:t>형상수정</a:t>
            </a:r>
            <a:endParaRPr lang="en-US" altLang="ko-KR" sz="24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ko-KR" altLang="en-US" sz="2400" b="1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28885FDC-7894-439B-99C9-2CD5BB7BDC11}"/>
              </a:ext>
            </a:extLst>
          </p:cNvPr>
          <p:cNvGrpSpPr/>
          <p:nvPr/>
        </p:nvGrpSpPr>
        <p:grpSpPr>
          <a:xfrm>
            <a:off x="15446558" y="19737375"/>
            <a:ext cx="14401322" cy="3967815"/>
            <a:chOff x="15463840" y="19445985"/>
            <a:chExt cx="14401322" cy="3967815"/>
          </a:xfrm>
        </p:grpSpPr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87E951AF-855B-4866-8484-5C263F2B9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3404049" y="20649626"/>
              <a:ext cx="1161537" cy="1904379"/>
            </a:xfrm>
            <a:prstGeom prst="rect">
              <a:avLst/>
            </a:prstGeom>
          </p:spPr>
        </p:pic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42EAF6D7-2A24-48AA-A53C-529784BE5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864379">
              <a:off x="15556749" y="20914837"/>
              <a:ext cx="2196025" cy="1290997"/>
            </a:xfrm>
            <a:prstGeom prst="rect">
              <a:avLst/>
            </a:prstGeom>
          </p:spPr>
        </p:pic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A3CA50DB-23D2-4E6D-B4CC-5FA6F7B7D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4951552" y="20123354"/>
              <a:ext cx="4692123" cy="3238547"/>
            </a:xfrm>
            <a:prstGeom prst="rect">
              <a:avLst/>
            </a:prstGeom>
          </p:spPr>
        </p:pic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AE0322C1-A8A4-4C62-BECD-6AC840ED9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7782326" y="20120027"/>
              <a:ext cx="4146395" cy="3165764"/>
            </a:xfrm>
            <a:prstGeom prst="rect">
              <a:avLst/>
            </a:prstGeom>
          </p:spPr>
        </p:pic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80044D57-4B70-4195-B277-15B531EB9AF2}"/>
                </a:ext>
              </a:extLst>
            </p:cNvPr>
            <p:cNvSpPr/>
            <p:nvPr/>
          </p:nvSpPr>
          <p:spPr>
            <a:xfrm>
              <a:off x="15487437" y="20033026"/>
              <a:ext cx="14377725" cy="338077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80EF5AB-19DC-48A2-BF2B-C585F0A64E91}"/>
                </a:ext>
              </a:extLst>
            </p:cNvPr>
            <p:cNvSpPr txBox="1"/>
            <p:nvPr/>
          </p:nvSpPr>
          <p:spPr>
            <a:xfrm>
              <a:off x="15463840" y="19445985"/>
              <a:ext cx="12972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ko-KR" sz="2400" b="1" dirty="0"/>
                <a:t>LM7805</a:t>
              </a:r>
              <a:r>
                <a:rPr lang="ko-KR" altLang="en-US" sz="2400" b="1" dirty="0"/>
                <a:t>와 </a:t>
              </a:r>
              <a:r>
                <a:rPr lang="en-US" altLang="ko-KR" sz="2400" b="1" dirty="0"/>
                <a:t>OKI-78SR-5/1.5-W36-C </a:t>
              </a:r>
              <a:r>
                <a:rPr lang="ko-KR" altLang="en-US" sz="2400" b="1" dirty="0"/>
                <a:t>사용 시 발열량 비교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9FC35FD-15D4-438D-8F01-70824B50CBBD}"/>
              </a:ext>
            </a:extLst>
          </p:cNvPr>
          <p:cNvGrpSpPr/>
          <p:nvPr/>
        </p:nvGrpSpPr>
        <p:grpSpPr>
          <a:xfrm>
            <a:off x="15463840" y="16530448"/>
            <a:ext cx="14424917" cy="3138683"/>
            <a:chOff x="15440245" y="16061914"/>
            <a:chExt cx="14424917" cy="3138683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90B9FF35-0776-4737-AAC3-2D3F98669F4D}"/>
                </a:ext>
              </a:extLst>
            </p:cNvPr>
            <p:cNvGrpSpPr/>
            <p:nvPr/>
          </p:nvGrpSpPr>
          <p:grpSpPr>
            <a:xfrm>
              <a:off x="15573844" y="16516523"/>
              <a:ext cx="14195444" cy="2666436"/>
              <a:chOff x="15554877" y="16279746"/>
              <a:chExt cx="14195444" cy="2666436"/>
            </a:xfrm>
          </p:grpSpPr>
          <p:pic>
            <p:nvPicPr>
              <p:cNvPr id="53" name="그림 52">
                <a:extLst>
                  <a:ext uri="{FF2B5EF4-FFF2-40B4-BE49-F238E27FC236}">
                    <a16:creationId xmlns:a16="http://schemas.microsoft.com/office/drawing/2014/main" id="{21B27A6B-38FF-4C30-AF2B-DBECDE7C61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554877" y="16313690"/>
                <a:ext cx="6125686" cy="2632492"/>
              </a:xfrm>
              <a:prstGeom prst="rect">
                <a:avLst/>
              </a:prstGeom>
            </p:spPr>
          </p:pic>
          <p:pic>
            <p:nvPicPr>
              <p:cNvPr id="76" name="그림 75">
                <a:extLst>
                  <a:ext uri="{FF2B5EF4-FFF2-40B4-BE49-F238E27FC236}">
                    <a16:creationId xmlns:a16="http://schemas.microsoft.com/office/drawing/2014/main" id="{7926838A-3F31-49B1-B0EA-5BF7BEFC16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886159" y="16279746"/>
                <a:ext cx="7864162" cy="2535157"/>
              </a:xfrm>
              <a:prstGeom prst="rect">
                <a:avLst/>
              </a:prstGeom>
            </p:spPr>
          </p:pic>
        </p:grp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C668C553-D6E8-4C6F-88AC-C10DDE83B48B}"/>
                </a:ext>
              </a:extLst>
            </p:cNvPr>
            <p:cNvSpPr/>
            <p:nvPr/>
          </p:nvSpPr>
          <p:spPr>
            <a:xfrm>
              <a:off x="15440245" y="16061914"/>
              <a:ext cx="14424917" cy="313868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55CFCD99-D064-4FBD-9630-275EB042DD75}"/>
              </a:ext>
            </a:extLst>
          </p:cNvPr>
          <p:cNvSpPr txBox="1"/>
          <p:nvPr/>
        </p:nvSpPr>
        <p:spPr>
          <a:xfrm>
            <a:off x="15479518" y="15919759"/>
            <a:ext cx="2530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400" b="1" dirty="0"/>
              <a:t>센싱 </a:t>
            </a:r>
            <a:r>
              <a:rPr lang="en-US" altLang="ko-KR" sz="2400" b="1" dirty="0"/>
              <a:t>PCB </a:t>
            </a:r>
            <a:r>
              <a:rPr lang="ko-KR" altLang="en-US" sz="2400" b="1" dirty="0"/>
              <a:t>비교</a:t>
            </a:r>
          </a:p>
        </p:txBody>
      </p:sp>
      <p:sp>
        <p:nvSpPr>
          <p:cNvPr id="121" name="Rectangle 36">
            <a:extLst>
              <a:ext uri="{FF2B5EF4-FFF2-40B4-BE49-F238E27FC236}">
                <a16:creationId xmlns:a16="http://schemas.microsoft.com/office/drawing/2014/main" id="{5D587DD4-B13B-4015-B50F-6BDD6212C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2" name="Rectangle 38">
            <a:extLst>
              <a:ext uri="{FF2B5EF4-FFF2-40B4-BE49-F238E27FC236}">
                <a16:creationId xmlns:a16="http://schemas.microsoft.com/office/drawing/2014/main" id="{F1215855-37CD-411A-B73D-1D31B1CD6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3" name="Rectangle 40">
            <a:extLst>
              <a:ext uri="{FF2B5EF4-FFF2-40B4-BE49-F238E27FC236}">
                <a16:creationId xmlns:a16="http://schemas.microsoft.com/office/drawing/2014/main" id="{10BF3B40-1A32-40A2-AA95-D8D2B56F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73ED7472-BFEA-48FD-BB87-E9285CE6D9A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357852" y="25778094"/>
            <a:ext cx="14539693" cy="2837013"/>
          </a:xfrm>
          <a:prstGeom prst="rect">
            <a:avLst/>
          </a:prstGeom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109CF330-C8F7-479A-8AA2-37AD092B4620}"/>
              </a:ext>
            </a:extLst>
          </p:cNvPr>
          <p:cNvSpPr txBox="1"/>
          <p:nvPr/>
        </p:nvSpPr>
        <p:spPr>
          <a:xfrm>
            <a:off x="15333335" y="25114201"/>
            <a:ext cx="12972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2400" b="1" dirty="0"/>
              <a:t>BSPD</a:t>
            </a:r>
            <a:r>
              <a:rPr lang="ko-KR" altLang="en-US" sz="2400" b="1" dirty="0"/>
              <a:t> 자가 </a:t>
            </a:r>
            <a:r>
              <a:rPr lang="ko-KR" altLang="en-US" sz="2400" b="1"/>
              <a:t>재활성화 회로</a:t>
            </a:r>
            <a:endParaRPr lang="en-US" altLang="ko-KR" sz="2400" b="1" dirty="0"/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F49DA86C-A304-4B69-A97B-285F34C66214}"/>
              </a:ext>
            </a:extLst>
          </p:cNvPr>
          <p:cNvSpPr/>
          <p:nvPr/>
        </p:nvSpPr>
        <p:spPr>
          <a:xfrm>
            <a:off x="15326452" y="25776156"/>
            <a:ext cx="14650469" cy="283701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Rectangle 42">
            <a:extLst>
              <a:ext uri="{FF2B5EF4-FFF2-40B4-BE49-F238E27FC236}">
                <a16:creationId xmlns:a16="http://schemas.microsoft.com/office/drawing/2014/main" id="{C6271F26-96F3-4E70-AFBC-B26EBBEAF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7" name="Rectangle 44">
            <a:extLst>
              <a:ext uri="{FF2B5EF4-FFF2-40B4-BE49-F238E27FC236}">
                <a16:creationId xmlns:a16="http://schemas.microsoft.com/office/drawing/2014/main" id="{A2344F21-B0E2-426D-9D39-94864F892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6" name="그림 1025">
            <a:extLst>
              <a:ext uri="{FF2B5EF4-FFF2-40B4-BE49-F238E27FC236}">
                <a16:creationId xmlns:a16="http://schemas.microsoft.com/office/drawing/2014/main" id="{E8A4BB1A-0DB6-47B2-89B4-D6D03FE4A37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631456" y="35860274"/>
            <a:ext cx="5557110" cy="2261812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230949" y="38398566"/>
            <a:ext cx="10163175" cy="2324100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109CF330-C8F7-479A-8AA2-37AD092B4620}"/>
              </a:ext>
            </a:extLst>
          </p:cNvPr>
          <p:cNvSpPr txBox="1"/>
          <p:nvPr/>
        </p:nvSpPr>
        <p:spPr>
          <a:xfrm>
            <a:off x="15402790" y="35792201"/>
            <a:ext cx="3195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400" b="1" dirty="0"/>
              <a:t>규정 외 설계</a:t>
            </a:r>
            <a:endParaRPr lang="en-US" altLang="ko-KR" sz="2400" b="1" dirty="0"/>
          </a:p>
          <a:p>
            <a:endParaRPr lang="en-US" altLang="ko-KR" sz="2400" b="1" dirty="0"/>
          </a:p>
          <a:p>
            <a:endParaRPr lang="ko-KR" altLang="en-US" sz="24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09CF330-C8F7-479A-8AA2-37AD092B4620}"/>
              </a:ext>
            </a:extLst>
          </p:cNvPr>
          <p:cNvSpPr txBox="1"/>
          <p:nvPr/>
        </p:nvSpPr>
        <p:spPr>
          <a:xfrm>
            <a:off x="15692746" y="38284964"/>
            <a:ext cx="3195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400" b="1" dirty="0"/>
              <a:t>추가적 보강</a:t>
            </a:r>
            <a:endParaRPr lang="en-US" altLang="ko-KR" sz="2400" b="1" dirty="0"/>
          </a:p>
          <a:p>
            <a:endParaRPr lang="en-US" altLang="ko-KR" sz="2400" b="1" dirty="0"/>
          </a:p>
          <a:p>
            <a:endParaRPr lang="ko-KR" altLang="en-US" sz="2400" b="1" dirty="0"/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514973" y="35932068"/>
            <a:ext cx="2303143" cy="2112209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DED399B6-4BAF-408C-AADA-53A055624316}"/>
              </a:ext>
            </a:extLst>
          </p:cNvPr>
          <p:cNvGrpSpPr/>
          <p:nvPr/>
        </p:nvGrpSpPr>
        <p:grpSpPr>
          <a:xfrm>
            <a:off x="23312536" y="28731932"/>
            <a:ext cx="6308224" cy="6440134"/>
            <a:chOff x="23276579" y="28439983"/>
            <a:chExt cx="6308224" cy="6440134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8DF561F-B40E-4159-AB4C-959B75F39A5D}"/>
                </a:ext>
              </a:extLst>
            </p:cNvPr>
            <p:cNvGrpSpPr/>
            <p:nvPr/>
          </p:nvGrpSpPr>
          <p:grpSpPr>
            <a:xfrm>
              <a:off x="23276579" y="28439983"/>
              <a:ext cx="6308224" cy="5427250"/>
              <a:chOff x="23281983" y="28163021"/>
              <a:chExt cx="6308224" cy="5427250"/>
            </a:xfrm>
          </p:grpSpPr>
          <p:pic>
            <p:nvPicPr>
              <p:cNvPr id="170" name="_x860036160" descr="EMB000059d83604">
                <a:extLst>
                  <a:ext uri="{FF2B5EF4-FFF2-40B4-BE49-F238E27FC236}">
                    <a16:creationId xmlns:a16="http://schemas.microsoft.com/office/drawing/2014/main" id="{5BD1325E-D313-48B2-8272-C4C52F86A9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312537" y="28805454"/>
                <a:ext cx="2914301" cy="19415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2" name="_x860037600" descr="EMB000059d83606">
                <a:extLst>
                  <a:ext uri="{FF2B5EF4-FFF2-40B4-BE49-F238E27FC236}">
                    <a16:creationId xmlns:a16="http://schemas.microsoft.com/office/drawing/2014/main" id="{94524F00-DE2C-4ADE-907E-9C89FD5F1E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385467" y="30860627"/>
                <a:ext cx="5609151" cy="27296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1" name="_x860034000" descr="EMB000059d83605">
                <a:extLst>
                  <a:ext uri="{FF2B5EF4-FFF2-40B4-BE49-F238E27FC236}">
                    <a16:creationId xmlns:a16="http://schemas.microsoft.com/office/drawing/2014/main" id="{F8ADB9F7-CEE8-45DD-991F-4237CF56D7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36242" y="28948271"/>
                <a:ext cx="2653965" cy="17453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09CF330-C8F7-479A-8AA2-37AD092B4620}"/>
                  </a:ext>
                </a:extLst>
              </p:cNvPr>
              <p:cNvSpPr txBox="1"/>
              <p:nvPr/>
            </p:nvSpPr>
            <p:spPr>
              <a:xfrm>
                <a:off x="23281983" y="28163021"/>
                <a:ext cx="4168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altLang="ko-KR" sz="2400" b="1" dirty="0"/>
                  <a:t>RC reference voltage</a:t>
                </a:r>
                <a:endParaRPr lang="ko-KR" altLang="en-US" sz="2400" b="1" dirty="0"/>
              </a:p>
            </p:txBody>
          </p: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09CF330-C8F7-479A-8AA2-37AD092B4620}"/>
                </a:ext>
              </a:extLst>
            </p:cNvPr>
            <p:cNvSpPr txBox="1"/>
            <p:nvPr/>
          </p:nvSpPr>
          <p:spPr>
            <a:xfrm>
              <a:off x="23681931" y="33802899"/>
              <a:ext cx="428582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ko-KR" sz="1600" dirty="0"/>
                <a:t>RC 80% </a:t>
              </a:r>
              <a:r>
                <a:rPr lang="ko-KR" altLang="en-US" sz="1600"/>
                <a:t>도달시간 </a:t>
              </a:r>
              <a:r>
                <a:rPr lang="en-US" altLang="ko-KR" sz="1600"/>
                <a:t>Graph</a:t>
              </a:r>
              <a:endParaRPr lang="en-US" altLang="ko-KR" sz="1600" dirty="0"/>
            </a:p>
            <a:p>
              <a:endParaRPr lang="en-US" altLang="ko-KR" sz="2400" b="1" dirty="0"/>
            </a:p>
            <a:p>
              <a:endParaRPr lang="ko-KR" altLang="en-US" sz="2400" b="1" dirty="0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109CF330-C8F7-479A-8AA2-37AD092B4620}"/>
              </a:ext>
            </a:extLst>
          </p:cNvPr>
          <p:cNvSpPr txBox="1"/>
          <p:nvPr/>
        </p:nvSpPr>
        <p:spPr>
          <a:xfrm>
            <a:off x="15414905" y="34088920"/>
            <a:ext cx="8271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LTspice</a:t>
            </a:r>
            <a:r>
              <a:rPr lang="ko-KR" altLang="en-US" sz="1600" dirty="0"/>
              <a:t>를 통한 교류해석 </a:t>
            </a:r>
            <a:r>
              <a:rPr lang="en-US" altLang="ko-KR" sz="1600" dirty="0"/>
              <a:t>&amp; </a:t>
            </a:r>
            <a:r>
              <a:rPr lang="ko-KR" altLang="en-US" sz="1600" dirty="0"/>
              <a:t>노이즈 </a:t>
            </a:r>
            <a:r>
              <a:rPr lang="ko-KR" altLang="en-US" sz="1600" dirty="0" err="1"/>
              <a:t>필터링</a:t>
            </a:r>
            <a:r>
              <a:rPr lang="ko-KR" altLang="en-US" sz="1600" dirty="0"/>
              <a:t> </a:t>
            </a:r>
            <a:r>
              <a:rPr lang="ko-KR" altLang="en-US" sz="1600" err="1"/>
              <a:t>목표대역대</a:t>
            </a:r>
            <a:r>
              <a:rPr lang="ko-KR" altLang="en-US" sz="1600"/>
              <a:t> </a:t>
            </a:r>
            <a:r>
              <a:rPr lang="en-US" altLang="ko-KR" sz="1600"/>
              <a:t>Graph</a:t>
            </a:r>
            <a:endParaRPr lang="en-US" altLang="ko-KR" sz="1600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9CB8C42-B119-435C-955A-8EFBCB54EF97}"/>
              </a:ext>
            </a:extLst>
          </p:cNvPr>
          <p:cNvGrpSpPr/>
          <p:nvPr/>
        </p:nvGrpSpPr>
        <p:grpSpPr>
          <a:xfrm>
            <a:off x="15349808" y="28705274"/>
            <a:ext cx="7507945" cy="5333336"/>
            <a:chOff x="15327686" y="27792736"/>
            <a:chExt cx="7507945" cy="5333336"/>
          </a:xfrm>
        </p:grpSpPr>
        <p:pic>
          <p:nvPicPr>
            <p:cNvPr id="1067" name="_x860035512" descr="EMB000059d8361b">
              <a:extLst>
                <a:ext uri="{FF2B5EF4-FFF2-40B4-BE49-F238E27FC236}">
                  <a16:creationId xmlns:a16="http://schemas.microsoft.com/office/drawing/2014/main" id="{DFC563B8-13C3-42CD-A1BF-B7E39C2C4B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7510" y="30535396"/>
              <a:ext cx="3778121" cy="24458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09CF330-C8F7-479A-8AA2-37AD092B4620}"/>
                </a:ext>
              </a:extLst>
            </p:cNvPr>
            <p:cNvSpPr txBox="1"/>
            <p:nvPr/>
          </p:nvSpPr>
          <p:spPr>
            <a:xfrm>
              <a:off x="15327686" y="27792736"/>
              <a:ext cx="319503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ko-KR" sz="2400" b="1" dirty="0"/>
                <a:t>RC Low-Pass Filter</a:t>
              </a:r>
            </a:p>
            <a:p>
              <a:endParaRPr lang="en-US" altLang="ko-KR" sz="2400" b="1" dirty="0"/>
            </a:p>
            <a:p>
              <a:endParaRPr lang="ko-KR" altLang="en-US" sz="2400" b="1" dirty="0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8725578" y="28561707"/>
              <a:ext cx="1533055" cy="1524142"/>
            </a:xfrm>
            <a:prstGeom prst="rect">
              <a:avLst/>
            </a:prstGeom>
          </p:spPr>
        </p:pic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5589299" y="30489014"/>
              <a:ext cx="3034710" cy="2637058"/>
            </a:xfrm>
            <a:prstGeom prst="rect">
              <a:avLst/>
            </a:prstGeom>
          </p:spPr>
        </p:pic>
      </p:grp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100AC32-4582-497B-AD84-340A1DC71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74" y="4331825"/>
            <a:ext cx="14538212" cy="26000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lIns="23234" tIns="11618" rIns="23234" bIns="11618" anchor="ctr"/>
          <a:lstStyle>
            <a:defPPr>
              <a:defRPr lang="ko-KR"/>
            </a:defPPr>
            <a:lvl1pPr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2159000" indent="-1701800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4319588" indent="-3405188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6480175" indent="-5108575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8640763" indent="-6811963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defTabSz="231473">
              <a:defRPr/>
            </a:pPr>
            <a:endParaRPr lang="en-US" altLang="ko-KR" sz="5606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FCA53F21-E574-62D2-F591-E3B80AC5F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24" y="26795989"/>
            <a:ext cx="14561337" cy="902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23234" tIns="11618" rIns="23234" bIns="11618" anchor="ctr"/>
          <a:lstStyle>
            <a:defPPr>
              <a:defRPr lang="ko-KR"/>
            </a:defPPr>
            <a:lvl1pPr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2159000" indent="-1701800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4319588" indent="-3405188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6480175" indent="-5108575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8640763" indent="-6811963" algn="l" defTabSz="4319588" rtl="0" fontAlgn="base" latinLnBrk="1">
              <a:spcBef>
                <a:spcPct val="0"/>
              </a:spcBef>
              <a:spcAft>
                <a:spcPct val="0"/>
              </a:spcAft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5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defTabSz="231473">
              <a:defRPr/>
            </a:pPr>
            <a:r>
              <a:rPr lang="ko-KR" altLang="en-US" sz="54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발열 및 냉각</a:t>
            </a:r>
            <a:endParaRPr lang="en-US" altLang="ko-KR" sz="5400" b="1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E01082-784C-5528-1C75-DC73603A734E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l="5255" r="3185"/>
          <a:stretch>
            <a:fillRect/>
          </a:stretch>
        </p:blipFill>
        <p:spPr bwMode="auto">
          <a:xfrm>
            <a:off x="852351" y="9647285"/>
            <a:ext cx="5994492" cy="32940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그림 9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59ACC6-B0E2-13D8-3D06-091331F8DD9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57403" y="9708235"/>
            <a:ext cx="6858184" cy="32024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672519-1DA5-36D2-F9E9-9D8B32A4BD1E}"/>
              </a:ext>
            </a:extLst>
          </p:cNvPr>
          <p:cNvSpPr txBox="1"/>
          <p:nvPr/>
        </p:nvSpPr>
        <p:spPr>
          <a:xfrm>
            <a:off x="560682" y="4476158"/>
            <a:ext cx="13863296" cy="2600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ZE-09</a:t>
            </a:r>
            <a:r>
              <a:rPr lang="ko-KR" altLang="en-US" sz="28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배터리 설계 방향은 저중심</a:t>
            </a:r>
            <a:r>
              <a:rPr lang="en-US" altLang="ko-KR" sz="28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lang="ko-KR" altLang="en-US" sz="28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경량화 및 안정적인 운용을 목표로 제작</a:t>
            </a:r>
            <a:endParaRPr lang="en-US" altLang="ko-KR" sz="1000" b="1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100" b="1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ko-KR" altLang="en-US" sz="2400" dirty="0"/>
              <a:t>저중심 경량화를 위한 셀 선정</a:t>
            </a:r>
            <a:endParaRPr lang="en-US" altLang="ko-KR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ko-KR" altLang="en-US" sz="2400" dirty="0"/>
              <a:t>고방전 환경에서의 안정적인 발열 및 냉각 </a:t>
            </a:r>
            <a:endParaRPr lang="en-US" altLang="ko-KR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ko-KR" altLang="en-US" sz="2400" dirty="0"/>
              <a:t>적절한 </a:t>
            </a:r>
            <a:r>
              <a:rPr lang="en-US" altLang="ko-KR" sz="2400" dirty="0"/>
              <a:t>type</a:t>
            </a:r>
            <a:r>
              <a:rPr lang="ko-KR" altLang="en-US" sz="2400" dirty="0"/>
              <a:t>의 소자 기용을 통한 공간 효율성 증진</a:t>
            </a:r>
            <a:endParaRPr lang="en-US" altLang="ko-KR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ko-KR" altLang="en-US" sz="2400" dirty="0"/>
              <a:t>노이즈</a:t>
            </a:r>
            <a:r>
              <a:rPr lang="en-US" altLang="ko-KR" sz="2400" dirty="0"/>
              <a:t> </a:t>
            </a:r>
            <a:r>
              <a:rPr lang="ko-KR" altLang="en-US" sz="2400" dirty="0"/>
              <a:t>및</a:t>
            </a:r>
            <a:r>
              <a:rPr lang="en-US" altLang="ko-KR" sz="2400" dirty="0"/>
              <a:t> </a:t>
            </a:r>
            <a:r>
              <a:rPr lang="ko-KR" altLang="en-US" sz="2400" dirty="0"/>
              <a:t>발열량 감소를 통해 회로 내 신호 안정성 향상</a:t>
            </a:r>
            <a:endParaRPr lang="en-US" altLang="ko-KR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ko-KR" dirty="0"/>
          </a:p>
        </p:txBody>
      </p:sp>
      <p:pic>
        <p:nvPicPr>
          <p:cNvPr id="20" name="그림 19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01C86D-9B92-6518-7E4E-82243B0455A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5391" y="15157477"/>
            <a:ext cx="8498650" cy="4043120"/>
          </a:xfrm>
          <a:prstGeom prst="rect">
            <a:avLst/>
          </a:prstGeom>
        </p:spPr>
      </p:pic>
      <p:pic>
        <p:nvPicPr>
          <p:cNvPr id="24" name="그림 2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44B57F-DCBD-0428-942C-9DB4986A9D70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8409" y="37893644"/>
            <a:ext cx="8523481" cy="2871693"/>
          </a:xfrm>
          <a:prstGeom prst="rect">
            <a:avLst/>
          </a:prstGeom>
        </p:spPr>
      </p:pic>
      <p:pic>
        <p:nvPicPr>
          <p:cNvPr id="25" name="그림 24" descr="라인, 그래프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CDC6A7-E658-6E72-3538-A9C2621FE680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406584" y="20074164"/>
            <a:ext cx="7701637" cy="3629043"/>
          </a:xfrm>
          <a:prstGeom prst="rect">
            <a:avLst/>
          </a:prstGeom>
        </p:spPr>
      </p:pic>
      <p:pic>
        <p:nvPicPr>
          <p:cNvPr id="28" name="그림 2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364E3A-B96E-D55B-A1C1-65FE4BE6DF45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52350" y="31534024"/>
            <a:ext cx="4844707" cy="311315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F461238-A5CF-8DE4-A183-144428123ABF}"/>
              </a:ext>
            </a:extLst>
          </p:cNvPr>
          <p:cNvSpPr txBox="1"/>
          <p:nvPr/>
        </p:nvSpPr>
        <p:spPr>
          <a:xfrm>
            <a:off x="405590" y="8697489"/>
            <a:ext cx="2530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400" b="1" dirty="0"/>
              <a:t>셀 선정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90A890-E1AE-134D-635A-D7B005F18CFB}"/>
              </a:ext>
            </a:extLst>
          </p:cNvPr>
          <p:cNvSpPr txBox="1"/>
          <p:nvPr/>
        </p:nvSpPr>
        <p:spPr>
          <a:xfrm>
            <a:off x="852350" y="13374629"/>
            <a:ext cx="60690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Samsung 50S </a:t>
            </a:r>
            <a:r>
              <a:rPr lang="ko-KR" altLang="en-US" sz="2000" dirty="0"/>
              <a:t>와 </a:t>
            </a:r>
            <a:r>
              <a:rPr lang="en-US" altLang="ko-KR" sz="2000" dirty="0"/>
              <a:t>Molicel 45B </a:t>
            </a:r>
            <a:r>
              <a:rPr lang="ko-KR" altLang="en-US" sz="2000" dirty="0"/>
              <a:t>비교</a:t>
            </a:r>
            <a:r>
              <a:rPr lang="en-US" altLang="ko-KR" sz="2000" dirty="0"/>
              <a:t> </a:t>
            </a:r>
          </a:p>
          <a:p>
            <a:endParaRPr lang="en-US" altLang="ko-KR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Molicel</a:t>
            </a:r>
            <a:r>
              <a:rPr lang="ko-KR" altLang="en-US" sz="2000" dirty="0"/>
              <a:t>사의 </a:t>
            </a:r>
            <a:r>
              <a:rPr lang="en-US" altLang="ko-KR" sz="2000" dirty="0"/>
              <a:t>45B </a:t>
            </a:r>
            <a:r>
              <a:rPr lang="ko-KR" altLang="en-US" sz="2000" dirty="0"/>
              <a:t>모델의 방전 </a:t>
            </a:r>
            <a:r>
              <a:rPr lang="ko-KR" altLang="en-US" sz="2000"/>
              <a:t>우수성 확인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C5E359-2032-0EB0-7E8E-178BA4ACEFF0}"/>
              </a:ext>
            </a:extLst>
          </p:cNvPr>
          <p:cNvSpPr txBox="1"/>
          <p:nvPr/>
        </p:nvSpPr>
        <p:spPr>
          <a:xfrm>
            <a:off x="7295311" y="13113655"/>
            <a:ext cx="6029929" cy="2246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7P </a:t>
            </a:r>
            <a:r>
              <a:rPr lang="ko-KR" altLang="en-US" sz="2000" dirty="0"/>
              <a:t>에서 </a:t>
            </a:r>
            <a:r>
              <a:rPr lang="en-US" altLang="ko-KR" sz="2000" dirty="0"/>
              <a:t>6P</a:t>
            </a:r>
            <a:r>
              <a:rPr lang="ko-KR" altLang="en-US" sz="2000" dirty="0"/>
              <a:t>로 구성 </a:t>
            </a:r>
            <a:endParaRPr lang="en-US" altLang="ko-KR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ZE-08</a:t>
            </a:r>
            <a:r>
              <a:rPr lang="ko-KR" altLang="en-US" sz="2000" dirty="0"/>
              <a:t> 배터리 구성 대비 </a:t>
            </a:r>
            <a:r>
              <a:rPr lang="en-US" altLang="ko-KR" sz="2000" dirty="0"/>
              <a:t>4.77kg</a:t>
            </a:r>
            <a:r>
              <a:rPr lang="ko-KR" altLang="en-US" sz="2000" dirty="0"/>
              <a:t> 경량화 </a:t>
            </a:r>
            <a:endParaRPr lang="en-US" altLang="ko-KR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dirty="0"/>
              <a:t>높이 </a:t>
            </a:r>
            <a:r>
              <a:rPr lang="en-US" altLang="ko-KR" sz="2000" dirty="0"/>
              <a:t>24mm </a:t>
            </a:r>
            <a:r>
              <a:rPr lang="ko-KR" altLang="en-US" sz="2000" dirty="0"/>
              <a:t>무게 </a:t>
            </a:r>
            <a:r>
              <a:rPr lang="en-US" altLang="ko-KR" sz="2000" dirty="0"/>
              <a:t>0.85kg </a:t>
            </a:r>
            <a:r>
              <a:rPr lang="ko-KR" altLang="en-US" sz="2000" dirty="0"/>
              <a:t>감소한 세그먼트</a:t>
            </a:r>
            <a:endParaRPr lang="en-US" altLang="ko-KR" sz="2000" dirty="0"/>
          </a:p>
          <a:p>
            <a:r>
              <a:rPr lang="en-US" altLang="ko-KR" sz="2000" dirty="0"/>
              <a:t>     </a:t>
            </a:r>
            <a:r>
              <a:rPr lang="ko-KR" altLang="en-US" sz="2000" dirty="0"/>
              <a:t>높이 </a:t>
            </a:r>
            <a:r>
              <a:rPr lang="en-US" altLang="ko-KR" sz="2000" dirty="0"/>
              <a:t>44mm</a:t>
            </a:r>
            <a:r>
              <a:rPr lang="ko-KR" altLang="en-US" sz="2000" dirty="0"/>
              <a:t> 무게 </a:t>
            </a:r>
            <a:r>
              <a:rPr lang="en-US" altLang="ko-KR" sz="2000" dirty="0"/>
              <a:t>6kg</a:t>
            </a:r>
            <a:r>
              <a:rPr lang="ko-KR" altLang="en-US" sz="2000" dirty="0"/>
              <a:t> 감소한 축전지 박스 </a:t>
            </a:r>
            <a:endParaRPr lang="en-US" altLang="ko-KR" sz="2000" dirty="0"/>
          </a:p>
          <a:p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02F78F-D700-EEAB-6D83-3B50F0C5542D}"/>
              </a:ext>
            </a:extLst>
          </p:cNvPr>
          <p:cNvSpPr txBox="1"/>
          <p:nvPr/>
        </p:nvSpPr>
        <p:spPr>
          <a:xfrm>
            <a:off x="510699" y="19422927"/>
            <a:ext cx="12972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400" b="1" dirty="0"/>
              <a:t>셀 방전 특성곡선 </a:t>
            </a:r>
            <a:endParaRPr lang="en-US" altLang="ko-KR" sz="2400" b="1" dirty="0"/>
          </a:p>
          <a:p>
            <a:endParaRPr lang="ko-KR" altLang="en-US" sz="24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8B4B62-F792-9AD4-8B79-329DC2E6E551}"/>
              </a:ext>
            </a:extLst>
          </p:cNvPr>
          <p:cNvSpPr txBox="1"/>
          <p:nvPr/>
        </p:nvSpPr>
        <p:spPr>
          <a:xfrm>
            <a:off x="246349" y="30710377"/>
            <a:ext cx="129727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3600" b="1" dirty="0"/>
              <a:t>덕트 내부 팬 </a:t>
            </a:r>
            <a:endParaRPr lang="en-US" altLang="ko-KR" sz="3600" b="1" dirty="0"/>
          </a:p>
          <a:p>
            <a:endParaRPr lang="ko-KR" altLang="en-US" sz="24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653312-51A6-3D68-3AB6-32113A00EDC7}"/>
              </a:ext>
            </a:extLst>
          </p:cNvPr>
          <p:cNvSpPr txBox="1"/>
          <p:nvPr/>
        </p:nvSpPr>
        <p:spPr>
          <a:xfrm>
            <a:off x="246349" y="34801872"/>
            <a:ext cx="129727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3600" b="1" dirty="0"/>
              <a:t>셀 홀더 </a:t>
            </a:r>
            <a:endParaRPr lang="en-US" altLang="ko-KR" sz="3600" b="1" dirty="0"/>
          </a:p>
          <a:p>
            <a:endParaRPr lang="ko-KR" altLang="en-US" sz="24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6A970E-1BBE-B0F6-3FC7-881F22682AEE}"/>
              </a:ext>
            </a:extLst>
          </p:cNvPr>
          <p:cNvSpPr txBox="1"/>
          <p:nvPr/>
        </p:nvSpPr>
        <p:spPr>
          <a:xfrm>
            <a:off x="922042" y="23859288"/>
            <a:ext cx="11849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새롭게 적용한 </a:t>
            </a:r>
            <a:r>
              <a:rPr lang="en-US" altLang="ko-KR" sz="2800" dirty="0"/>
              <a:t>Molicel P45B</a:t>
            </a:r>
            <a:r>
              <a:rPr lang="ko-KR" altLang="en-US" sz="2800" dirty="0"/>
              <a:t>의 안정적 운용을 위한 충 방전 특성 파악</a:t>
            </a:r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/>
              <a:t>Low current </a:t>
            </a:r>
            <a:r>
              <a:rPr lang="ko-KR" altLang="en-US" sz="2800" dirty="0"/>
              <a:t>와 </a:t>
            </a:r>
            <a:r>
              <a:rPr lang="en-US" altLang="ko-KR" sz="2800" dirty="0"/>
              <a:t>Incremental OCV </a:t>
            </a:r>
            <a:r>
              <a:rPr lang="ko-KR" altLang="en-US" sz="2800" dirty="0"/>
              <a:t>방법을 통한 </a:t>
            </a:r>
            <a:r>
              <a:rPr lang="en-US" altLang="ko-KR" sz="2800" dirty="0"/>
              <a:t>SOC </a:t>
            </a:r>
            <a:r>
              <a:rPr lang="ko-KR" altLang="en-US" sz="2800" dirty="0"/>
              <a:t>그래프 도출 </a:t>
            </a:r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실험값을 </a:t>
            </a:r>
            <a:r>
              <a:rPr lang="en-US" altLang="ko-KR" sz="2800" dirty="0"/>
              <a:t>BMS</a:t>
            </a:r>
            <a:r>
              <a:rPr lang="ko-KR" altLang="en-US" sz="2800" dirty="0"/>
              <a:t>에 적용하여 안정적 운용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460CE4-E2D6-F425-F4E4-2F0BCB64D32E}"/>
              </a:ext>
            </a:extLst>
          </p:cNvPr>
          <p:cNvSpPr txBox="1"/>
          <p:nvPr/>
        </p:nvSpPr>
        <p:spPr>
          <a:xfrm>
            <a:off x="246350" y="28052502"/>
            <a:ext cx="129727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3600" b="1" dirty="0"/>
              <a:t>도체 선정 </a:t>
            </a:r>
            <a:endParaRPr lang="en-US" altLang="ko-KR" sz="3600" b="1" dirty="0"/>
          </a:p>
          <a:p>
            <a:endParaRPr lang="ko-KR" altLang="en-US" sz="2400" b="1" dirty="0"/>
          </a:p>
        </p:txBody>
      </p:sp>
      <p:pic>
        <p:nvPicPr>
          <p:cNvPr id="54" name="그림 5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F5EC69-3C87-AD41-1B8F-8E713F5EFCFF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92609" y="29659773"/>
            <a:ext cx="5514194" cy="84124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B2B2E679-0410-36E2-D453-F047C508A950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t="15850" b="13538"/>
          <a:stretch>
            <a:fillRect/>
          </a:stretch>
        </p:blipFill>
        <p:spPr>
          <a:xfrm>
            <a:off x="9191320" y="28672609"/>
            <a:ext cx="3124911" cy="805339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5F78C4E-B93D-4933-3520-F28A77103F0C}"/>
              </a:ext>
            </a:extLst>
          </p:cNvPr>
          <p:cNvSpPr txBox="1"/>
          <p:nvPr/>
        </p:nvSpPr>
        <p:spPr>
          <a:xfrm>
            <a:off x="389359" y="28745187"/>
            <a:ext cx="744854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구리의 전기 전도 우수성 확인 </a:t>
            </a:r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기존 셀 연결 도체를 니켈 플레이트에서 구리 플레이트로 변경하여 허용 전류 상승 </a:t>
            </a:r>
            <a:endParaRPr lang="en-US" altLang="ko-KR" sz="2800" dirty="0"/>
          </a:p>
          <a:p>
            <a:endParaRPr lang="en-US" altLang="ko-KR" sz="1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7B695E-42F3-C86C-8893-2AB51B367384}"/>
              </a:ext>
            </a:extLst>
          </p:cNvPr>
          <p:cNvSpPr txBox="1"/>
          <p:nvPr/>
        </p:nvSpPr>
        <p:spPr>
          <a:xfrm>
            <a:off x="5962957" y="31764387"/>
            <a:ext cx="85352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제한된 공간에서 설계된 덕트의 유속 확보 한계 </a:t>
            </a:r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프로그램을 통해 적절한 팬 선정</a:t>
            </a:r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팬 적용 결과 평균 유속 </a:t>
            </a:r>
            <a:r>
              <a:rPr lang="en-US" altLang="ko-KR" sz="2800" dirty="0"/>
              <a:t>8m/s </a:t>
            </a:r>
            <a:r>
              <a:rPr lang="ko-KR" altLang="en-US" sz="2800" dirty="0"/>
              <a:t>에서 </a:t>
            </a:r>
            <a:r>
              <a:rPr lang="en-US" altLang="ko-KR" sz="2800" dirty="0"/>
              <a:t>14m/s</a:t>
            </a:r>
            <a:r>
              <a:rPr lang="ko-KR" altLang="en-US" sz="2800" dirty="0"/>
              <a:t>로 </a:t>
            </a:r>
            <a:r>
              <a:rPr lang="ko-KR" altLang="en-US" sz="2800"/>
              <a:t>상승  </a:t>
            </a:r>
            <a:endParaRPr lang="en-US" altLang="ko-KR" sz="28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963B1C-8BD8-1564-F05C-F9BBC52DFDD1}"/>
              </a:ext>
            </a:extLst>
          </p:cNvPr>
          <p:cNvSpPr txBox="1"/>
          <p:nvPr/>
        </p:nvSpPr>
        <p:spPr>
          <a:xfrm>
            <a:off x="389359" y="35523101"/>
            <a:ext cx="88126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/>
              <a:t>CNC </a:t>
            </a:r>
            <a:r>
              <a:rPr lang="ko-KR" altLang="en-US" sz="2800" dirty="0"/>
              <a:t>가공 공정 최소화를 고려하여 설계된 셀 홀더</a:t>
            </a:r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줄어든 병렬로 인한 발열 증가로 셀 간 간격 확장 </a:t>
            </a:r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/>
              <a:t>ZE-08</a:t>
            </a:r>
            <a:r>
              <a:rPr lang="ko-KR" altLang="en-US" sz="2800" dirty="0"/>
              <a:t> 대비 </a:t>
            </a:r>
            <a:r>
              <a:rPr lang="en-US" altLang="ko-KR" sz="2800" dirty="0"/>
              <a:t>54.5%</a:t>
            </a:r>
            <a:r>
              <a:rPr lang="ko-KR" altLang="en-US" sz="2800" dirty="0"/>
              <a:t> 증가한 유속 </a:t>
            </a:r>
            <a:r>
              <a:rPr lang="ko-KR" altLang="en-US" sz="2800"/>
              <a:t>확인  </a:t>
            </a:r>
            <a:endParaRPr lang="en-US" altLang="ko-KR" sz="2800" dirty="0"/>
          </a:p>
        </p:txBody>
      </p:sp>
      <p:pic>
        <p:nvPicPr>
          <p:cNvPr id="67" name="그림 66" descr="스크린샷, 직사각형, 텍스트, 키보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CB382B-4B66-0C56-BA6E-A07582BCB1D2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r="36396" b="9202"/>
          <a:stretch>
            <a:fillRect/>
          </a:stretch>
        </p:blipFill>
        <p:spPr>
          <a:xfrm>
            <a:off x="917513" y="37880604"/>
            <a:ext cx="4266092" cy="2665881"/>
          </a:xfrm>
          <a:prstGeom prst="rect">
            <a:avLst/>
          </a:prstGeom>
        </p:spPr>
      </p:pic>
      <p:pic>
        <p:nvPicPr>
          <p:cNvPr id="6" name="그림 5" descr="텍스트, 스크린샷, 직사각형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5BDB61-44DE-3D1D-F210-54837FDD1F24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b="4007"/>
          <a:stretch>
            <a:fillRect/>
          </a:stretch>
        </p:blipFill>
        <p:spPr>
          <a:xfrm>
            <a:off x="9373921" y="15219926"/>
            <a:ext cx="4600557" cy="364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166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125</TotalTime>
  <Words>270</Words>
  <Application>Microsoft Office PowerPoint</Application>
  <PresentationFormat>사용자 지정</PresentationFormat>
  <Paragraphs>61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나눔스퀘어_ac</vt:lpstr>
      <vt:lpstr>나눔스퀘어_ac ExtraBold</vt:lpstr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SONNY</dc:creator>
  <cp:lastModifiedBy>도현 정</cp:lastModifiedBy>
  <cp:revision>11</cp:revision>
  <dcterms:created xsi:type="dcterms:W3CDTF">2023-07-02T01:19:42Z</dcterms:created>
  <dcterms:modified xsi:type="dcterms:W3CDTF">2025-09-22T08:39:21Z</dcterms:modified>
</cp:coreProperties>
</file>