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61" d="100"/>
          <a:sy n="61" d="100"/>
        </p:scale>
        <p:origin x="78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5AAF47-B019-40F8-99FC-A027B30A84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7772C07-1F89-41A3-883A-6EE0AEA3AB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8C324D-C057-4B30-9063-D6EBA2635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1D2F-B776-4B82-BF3B-A9738365A67E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451C0D-903B-4678-8CEF-2E8D9A790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A9BF2E-A486-4417-ABB5-54316CE26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34C7-A12F-40E5-93CF-D552F7BBDD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132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8E7DB2-ECAC-4DD9-84FB-22D17650D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FD9093-89BA-4078-9F71-0665EDCAA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8CD53A-7020-4517-A9DC-522AA6E92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1D2F-B776-4B82-BF3B-A9738365A67E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1D6C37-6316-4304-B7CB-68801C856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0E5D6C-C75A-4DFC-B4DC-3BBE9FF9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34C7-A12F-40E5-93CF-D552F7BBDD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434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07E15C-41C3-4551-BE07-C892F0B19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4D0DC1-992A-4D8F-B83E-D7F3F9CF9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99ADCE-1E9B-4BB3-8BC9-9EB952E04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1D2F-B776-4B82-BF3B-A9738365A67E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4F79B6-F70D-4D57-89CC-8F28863E6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F7D1E1-BE76-4DC2-A863-4E8ABE323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34C7-A12F-40E5-93CF-D552F7BBDD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615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DBD70-2DF2-42C7-94BF-785CED28E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F282E5-3F3B-4B4E-BB67-CBFFC932A0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9AA76B-28DD-4225-83E4-7D2ED4A286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9CECC1-4B25-4878-8CF4-096459694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1D2F-B776-4B82-BF3B-A9738365A67E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BB3612-056A-4E4F-A67D-49AD5FCE9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B5741A-69DE-4F9B-8238-4278B68E6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34C7-A12F-40E5-93CF-D552F7BBDD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667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82353-4EF5-4352-8661-781807C02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D6B041-886C-4D5A-A8CC-570A59275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69C938-7145-481B-9507-D5117B045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AECFF3-F169-4DB5-958C-94E854E54A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4C863A9-0755-43CA-BAC6-3E3D2ADB64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C86B67A-E555-48DD-9C6C-B54EFDEE1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1D2F-B776-4B82-BF3B-A9738365A67E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054D98-E2B6-4740-A64C-130A4BC3F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DF91976-9EA8-4BA7-AC54-98BE1A87A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34C7-A12F-40E5-93CF-D552F7BBDD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8744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47B6A4-ED25-4615-B3E3-2B59D5626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67FB09-ECDA-4D04-80A2-B2363AE4D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1D2F-B776-4B82-BF3B-A9738365A67E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92AEADB-E0EB-48FC-A22E-E4264DB7C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D218DCF-CA84-44A1-B42C-365859ED4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34C7-A12F-40E5-93CF-D552F7BBDD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51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8C0EF0A-3ECF-4027-89EE-C08FDD6AE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1D2F-B776-4B82-BF3B-A9738365A67E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6E26971-1A76-4810-9F6E-2BEB2B1AD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F52958-2E66-49D8-8C14-3A7C22413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34C7-A12F-40E5-93CF-D552F7BBDD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533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A59A2D-E19E-47CC-955B-89860D8C5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24284D-0581-4629-9112-2E26BA65A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0E27EE-ACBD-4104-8659-27767A3BA2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B25777-C193-4204-84E8-6002B03A8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1D2F-B776-4B82-BF3B-A9738365A67E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B7C19D-9393-4D19-839E-7A096DD8D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D21AAF-CEA8-4549-BC0E-45FC364BF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34C7-A12F-40E5-93CF-D552F7BBDD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320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39DC8-159A-4C83-92A0-0318FF7C2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782A99E-0CF7-4EEF-A4B9-434435C30B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F701D4-ADA9-49FC-8AB1-45A4423A03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E6D15D8-4A05-4C7E-8972-012862B66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1D2F-B776-4B82-BF3B-A9738365A67E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9A354F-4AFC-4759-99D0-07365193A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7DA6C3-B4C8-4ECD-888D-CEF7B1F21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34C7-A12F-40E5-93CF-D552F7BBDD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327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D74134-CE49-42D4-A973-B8FE593C5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415349-8A39-4A36-BAF2-D3F2C22E86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7E0D31-7456-4DE7-AEEE-B417F70E0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1D2F-B776-4B82-BF3B-A9738365A67E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2C8915-EC47-4E4A-B83B-8C25BF00C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5CC031-9588-430E-BBF3-584C1BB4C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34C7-A12F-40E5-93CF-D552F7BBDD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9573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44ED9C8-B2B4-4CDC-9FAB-9FFD584720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441C12-C3C6-4CF4-AF7A-DD17B2D47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6D5B10-9F95-429A-8BEF-6F79E18ED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31D2F-B776-4B82-BF3B-A9738365A67E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E4EE6D-A9EE-4DA3-BB53-151102EF9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B544F9-042D-40CC-99B7-997A3EAE8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D34C7-A12F-40E5-93CF-D552F7BBDD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300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837D56-17DC-42D9-86F6-6498400A5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1B7EC1-B7C7-4B1F-9229-B19F799E0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053743-4BD0-4003-BFF2-D557CCC054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031D2F-B776-4B82-BF3B-A9738365A67E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9980E5-1F07-49CD-AA71-5F9BCE2D5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2E9819-A529-402B-9714-7D3AE39B1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D34C7-A12F-40E5-93CF-D552F7BBDD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077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5D9AE4-6708-4A97-9532-F6C2026F2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A2410346-B1E1-4116-B57E-88F50B208C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1740" y="2469116"/>
            <a:ext cx="4656742" cy="2991116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5533C7DF-2660-4A48-AD6F-BA9034485E60}"/>
              </a:ext>
            </a:extLst>
          </p:cNvPr>
          <p:cNvSpPr/>
          <p:nvPr/>
        </p:nvSpPr>
        <p:spPr>
          <a:xfrm>
            <a:off x="3308059" y="2797008"/>
            <a:ext cx="377504" cy="31039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1BBDD5C-189A-4851-B91C-CB9D276A6E62}"/>
              </a:ext>
            </a:extLst>
          </p:cNvPr>
          <p:cNvSpPr/>
          <p:nvPr/>
        </p:nvSpPr>
        <p:spPr>
          <a:xfrm>
            <a:off x="5370353" y="3342292"/>
            <a:ext cx="377504" cy="31039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8A001E-F014-4A31-9496-3C0FFA7864EC}"/>
              </a:ext>
            </a:extLst>
          </p:cNvPr>
          <p:cNvSpPr txBox="1"/>
          <p:nvPr/>
        </p:nvSpPr>
        <p:spPr>
          <a:xfrm>
            <a:off x="2642587" y="5464958"/>
            <a:ext cx="5588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흰 색 선으로 </a:t>
            </a:r>
            <a:r>
              <a:rPr lang="ko-KR" altLang="en-US" dirty="0" err="1"/>
              <a:t>띄어진</a:t>
            </a:r>
            <a:r>
              <a:rPr lang="ko-KR" altLang="en-US" dirty="0"/>
              <a:t> 부분은 </a:t>
            </a:r>
            <a:r>
              <a:rPr lang="en-US" altLang="ko-KR" dirty="0"/>
              <a:t>GLVS</a:t>
            </a:r>
            <a:r>
              <a:rPr lang="ko-KR" altLang="en-US" dirty="0"/>
              <a:t>와 </a:t>
            </a:r>
            <a:r>
              <a:rPr lang="en-US" altLang="ko-KR" dirty="0"/>
              <a:t>TS</a:t>
            </a:r>
            <a:r>
              <a:rPr lang="ko-KR" altLang="en-US" dirty="0"/>
              <a:t>간 </a:t>
            </a:r>
            <a:r>
              <a:rPr lang="ko-KR" altLang="en-US" dirty="0" err="1"/>
              <a:t>이격이며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 err="1"/>
              <a:t>포토커플러</a:t>
            </a:r>
            <a:r>
              <a:rPr lang="en-US" altLang="ko-KR" dirty="0"/>
              <a:t>, </a:t>
            </a:r>
            <a:r>
              <a:rPr lang="ko-KR" altLang="en-US" dirty="0"/>
              <a:t>컨버터</a:t>
            </a:r>
            <a:r>
              <a:rPr lang="en-US" altLang="ko-KR" dirty="0"/>
              <a:t>, </a:t>
            </a:r>
            <a:r>
              <a:rPr lang="ko-KR" altLang="en-US" dirty="0"/>
              <a:t>릴레이로 절연 되어있습니다</a:t>
            </a:r>
          </a:p>
        </p:txBody>
      </p:sp>
    </p:spTree>
    <p:extLst>
      <p:ext uri="{BB962C8B-B14F-4D97-AF65-F5344CB8AC3E}">
        <p14:creationId xmlns:p14="http://schemas.microsoft.com/office/powerpoint/2010/main" val="34800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3FC81A-9C70-4B84-B5AC-655062285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82215B-B565-4E1B-A0EA-2BB4CFF23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CD5AA29-F22B-41B7-AC89-C8D04A19A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348" y="1989611"/>
            <a:ext cx="4140132" cy="23642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A0F252-811D-4AB2-A54C-F8979125EED3}"/>
              </a:ext>
            </a:extLst>
          </p:cNvPr>
          <p:cNvSpPr txBox="1"/>
          <p:nvPr/>
        </p:nvSpPr>
        <p:spPr>
          <a:xfrm>
            <a:off x="4905286" y="4353815"/>
            <a:ext cx="63482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서로 다른 노드인 가장 간격이 좁은 홀</a:t>
            </a:r>
            <a:r>
              <a:rPr lang="en-US" altLang="ko-KR" dirty="0"/>
              <a:t>-</a:t>
            </a:r>
            <a:r>
              <a:rPr lang="ko-KR" altLang="en-US" dirty="0"/>
              <a:t>레이어 간 거리도</a:t>
            </a:r>
            <a:endParaRPr lang="en-US" altLang="ko-KR" dirty="0"/>
          </a:p>
          <a:p>
            <a:r>
              <a:rPr lang="ko-KR" altLang="en-US" dirty="0"/>
              <a:t> </a:t>
            </a:r>
            <a:r>
              <a:rPr lang="en-US" altLang="ko-KR" dirty="0"/>
              <a:t>1mm</a:t>
            </a:r>
            <a:r>
              <a:rPr lang="ko-KR" altLang="en-US" dirty="0"/>
              <a:t>가 넘으며</a:t>
            </a:r>
            <a:r>
              <a:rPr lang="en-US" altLang="ko-KR" dirty="0"/>
              <a:t>, </a:t>
            </a:r>
            <a:r>
              <a:rPr lang="ko-KR" altLang="en-US" dirty="0"/>
              <a:t>모든 레이어와 홀</a:t>
            </a:r>
            <a:r>
              <a:rPr lang="en-US" altLang="ko-KR" dirty="0"/>
              <a:t>(</a:t>
            </a:r>
            <a:r>
              <a:rPr lang="ko-KR" altLang="en-US" dirty="0"/>
              <a:t>도체</a:t>
            </a:r>
            <a:r>
              <a:rPr lang="en-US" altLang="ko-KR" dirty="0"/>
              <a:t>) </a:t>
            </a:r>
            <a:r>
              <a:rPr lang="ko-KR" altLang="en-US" dirty="0"/>
              <a:t>간 거리는 규정의</a:t>
            </a:r>
            <a:endParaRPr lang="en-US" altLang="ko-KR" dirty="0"/>
          </a:p>
          <a:p>
            <a:r>
              <a:rPr lang="ko-KR" altLang="en-US" dirty="0"/>
              <a:t> 전위차에 맞도록</a:t>
            </a:r>
            <a:r>
              <a:rPr lang="en-US" altLang="ko-KR" dirty="0"/>
              <a:t> 1~4mm</a:t>
            </a:r>
            <a:r>
              <a:rPr lang="ko-KR" altLang="en-US" dirty="0"/>
              <a:t>가 이격되어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본 회로상의 모든 전압강하는 위 회로도에 표기하였습니다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6933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3A57B2-10A9-46F3-B782-046EB3F6E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D6608E55-3C38-426B-B074-28456F0687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8452" y="785101"/>
            <a:ext cx="6761938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B91A94-C107-47BA-A7CB-2233B611055D}"/>
              </a:ext>
            </a:extLst>
          </p:cNvPr>
          <p:cNvSpPr txBox="1"/>
          <p:nvPr/>
        </p:nvSpPr>
        <p:spPr>
          <a:xfrm>
            <a:off x="2475186" y="5187083"/>
            <a:ext cx="8133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전체 레이어를 나타낸 사진이며</a:t>
            </a:r>
            <a:r>
              <a:rPr lang="en-US" altLang="ko-KR" dirty="0"/>
              <a:t>, TS</a:t>
            </a:r>
            <a:r>
              <a:rPr lang="ko-KR" altLang="en-US" dirty="0"/>
              <a:t>부에는 </a:t>
            </a:r>
            <a:r>
              <a:rPr lang="en-US" altLang="ko-KR" dirty="0"/>
              <a:t>GND pour</a:t>
            </a:r>
            <a:r>
              <a:rPr lang="ko-KR" altLang="en-US" dirty="0"/>
              <a:t>를 적용하지 않았습니다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3828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108C7A-B229-418B-8981-63B45BE2E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EC0334-E5D5-4016-8EC0-7392BC184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FBBFE49-D1EB-45B3-A15D-049C37C51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523" y="796448"/>
            <a:ext cx="7452269" cy="33351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9529E9-893D-4BE8-BB5C-6A3701B165B0}"/>
              </a:ext>
            </a:extLst>
          </p:cNvPr>
          <p:cNvSpPr txBox="1"/>
          <p:nvPr/>
        </p:nvSpPr>
        <p:spPr>
          <a:xfrm>
            <a:off x="2206060" y="4266505"/>
            <a:ext cx="93394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방전회로의 모든 레이어를 나타낸 사진이며</a:t>
            </a:r>
            <a:r>
              <a:rPr lang="en-US" altLang="ko-KR" dirty="0"/>
              <a:t>, TS</a:t>
            </a:r>
            <a:r>
              <a:rPr lang="ko-KR" altLang="en-US" dirty="0"/>
              <a:t>부에는 </a:t>
            </a:r>
            <a:r>
              <a:rPr lang="en-US" altLang="ko-KR" dirty="0"/>
              <a:t>GND pour</a:t>
            </a:r>
            <a:r>
              <a:rPr lang="ko-KR" altLang="en-US" dirty="0"/>
              <a:t>를 적용하지 않았습니다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흰 선은 </a:t>
            </a:r>
            <a:r>
              <a:rPr lang="en-US" altLang="ko-KR" dirty="0"/>
              <a:t>TS-GLVS</a:t>
            </a:r>
            <a:r>
              <a:rPr lang="ko-KR" altLang="en-US" dirty="0"/>
              <a:t>간 </a:t>
            </a:r>
            <a:r>
              <a:rPr lang="en-US" altLang="ko-KR" dirty="0"/>
              <a:t>4mm</a:t>
            </a:r>
            <a:r>
              <a:rPr lang="ko-KR" altLang="en-US" dirty="0"/>
              <a:t>를 </a:t>
            </a:r>
            <a:r>
              <a:rPr lang="ko-KR" altLang="en-US" dirty="0" err="1"/>
              <a:t>이격하였으며</a:t>
            </a:r>
            <a:r>
              <a:rPr lang="ko-KR" altLang="en-US" dirty="0"/>
              <a:t> 전기적으로 연결되어 있지 않습니다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3783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9C7B34-B3F2-445E-8462-52260BD2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F04B7B-246B-46F1-B851-5C8CCC4F0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E8E784C-FE33-4596-A505-24648B1EE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799" y="512731"/>
            <a:ext cx="5106113" cy="43821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4100E8-6556-4ED1-A687-9842DD3A6021}"/>
              </a:ext>
            </a:extLst>
          </p:cNvPr>
          <p:cNvSpPr txBox="1"/>
          <p:nvPr/>
        </p:nvSpPr>
        <p:spPr>
          <a:xfrm>
            <a:off x="2680139" y="4894843"/>
            <a:ext cx="89867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레이어</a:t>
            </a:r>
            <a:r>
              <a:rPr lang="en-US" altLang="ko-KR" dirty="0"/>
              <a:t>-</a:t>
            </a:r>
            <a:r>
              <a:rPr lang="ko-KR" altLang="en-US" dirty="0"/>
              <a:t>홀 간 가장 가까운 부분도 </a:t>
            </a:r>
            <a:r>
              <a:rPr lang="en-US" altLang="ko-KR" dirty="0"/>
              <a:t>1mm</a:t>
            </a:r>
            <a:r>
              <a:rPr lang="ko-KR" altLang="en-US" dirty="0"/>
              <a:t>이상 </a:t>
            </a:r>
            <a:r>
              <a:rPr lang="ko-KR" altLang="en-US" dirty="0" err="1"/>
              <a:t>이격되어있으며</a:t>
            </a:r>
            <a:r>
              <a:rPr lang="ko-KR" altLang="en-US" dirty="0"/>
              <a:t> 같은 노드인 부분입니다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외의 </a:t>
            </a:r>
            <a:r>
              <a:rPr lang="en-US" altLang="ko-KR" dirty="0"/>
              <a:t>TS</a:t>
            </a:r>
            <a:r>
              <a:rPr lang="ko-KR" altLang="en-US" dirty="0"/>
              <a:t>부분은 모든 레이어와 홀</a:t>
            </a:r>
            <a:r>
              <a:rPr lang="en-US" altLang="ko-KR" dirty="0"/>
              <a:t>(</a:t>
            </a:r>
            <a:r>
              <a:rPr lang="ko-KR" altLang="en-US" dirty="0"/>
              <a:t>도체</a:t>
            </a:r>
            <a:r>
              <a:rPr lang="en-US" altLang="ko-KR" dirty="0"/>
              <a:t>)</a:t>
            </a:r>
            <a:r>
              <a:rPr lang="ko-KR" altLang="en-US" dirty="0"/>
              <a:t>는 </a:t>
            </a:r>
            <a:r>
              <a:rPr lang="en-US" altLang="ko-KR" dirty="0"/>
              <a:t>4mm</a:t>
            </a:r>
            <a:r>
              <a:rPr lang="ko-KR" altLang="en-US" dirty="0"/>
              <a:t>이상 </a:t>
            </a:r>
            <a:r>
              <a:rPr lang="ko-KR" altLang="en-US" dirty="0" err="1"/>
              <a:t>이격되어있습니다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7993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864F34-8EC0-49A5-B27D-14B6B00AB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0C4D8C-E288-4EB2-A9AE-54ABE6D5D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298C490-F7B8-485F-913D-5C4F6A1B6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7065" y="0"/>
            <a:ext cx="3977870" cy="49444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1C5F77-61D6-440E-BA2B-BC264644A2E7}"/>
              </a:ext>
            </a:extLst>
          </p:cNvPr>
          <p:cNvSpPr txBox="1"/>
          <p:nvPr/>
        </p:nvSpPr>
        <p:spPr>
          <a:xfrm>
            <a:off x="3153103" y="5079391"/>
            <a:ext cx="71739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사진의 눈금을 보면 알 수 있듯이</a:t>
            </a:r>
            <a:r>
              <a:rPr lang="en-US" altLang="ko-KR" dirty="0"/>
              <a:t>, </a:t>
            </a:r>
            <a:r>
              <a:rPr lang="ko-KR" altLang="en-US" dirty="0" err="1"/>
              <a:t>전압센싱</a:t>
            </a:r>
            <a:r>
              <a:rPr lang="en-US" altLang="ko-KR" dirty="0"/>
              <a:t>(TS)</a:t>
            </a:r>
            <a:r>
              <a:rPr lang="ko-KR" altLang="en-US" dirty="0"/>
              <a:t>와 </a:t>
            </a:r>
            <a:r>
              <a:rPr lang="ko-KR" altLang="en-US" dirty="0" err="1"/>
              <a:t>온도센싱</a:t>
            </a:r>
            <a:r>
              <a:rPr lang="en-US" altLang="ko-KR" dirty="0"/>
              <a:t>(GLVS)</a:t>
            </a:r>
            <a:r>
              <a:rPr lang="ko-KR" altLang="en-US" dirty="0"/>
              <a:t>의</a:t>
            </a:r>
            <a:endParaRPr lang="en-US" altLang="ko-KR" dirty="0"/>
          </a:p>
          <a:p>
            <a:r>
              <a:rPr lang="ko-KR" altLang="en-US" dirty="0"/>
              <a:t>홀</a:t>
            </a:r>
            <a:r>
              <a:rPr lang="en-US" altLang="ko-KR" dirty="0"/>
              <a:t>(</a:t>
            </a:r>
            <a:r>
              <a:rPr lang="ko-KR" altLang="en-US" dirty="0"/>
              <a:t>도체</a:t>
            </a:r>
            <a:r>
              <a:rPr lang="en-US" altLang="ko-KR" dirty="0"/>
              <a:t>)</a:t>
            </a:r>
            <a:r>
              <a:rPr lang="ko-KR" altLang="en-US" dirty="0"/>
              <a:t>간 거리로 </a:t>
            </a:r>
            <a:r>
              <a:rPr lang="en-US" altLang="ko-KR" dirty="0"/>
              <a:t>4mm</a:t>
            </a:r>
            <a:r>
              <a:rPr lang="ko-KR" altLang="en-US" dirty="0"/>
              <a:t>이상 </a:t>
            </a:r>
            <a:r>
              <a:rPr lang="ko-KR" altLang="en-US" dirty="0" err="1"/>
              <a:t>이격해</a:t>
            </a:r>
            <a:r>
              <a:rPr lang="ko-KR" altLang="en-US" dirty="0"/>
              <a:t> 두었습니다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474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A83702-6D24-49BD-9D5B-C89ED971D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4A2DD5-17FA-4D76-9221-FC374B3D5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7923A93-2950-4D8A-BBA7-51E6DC0B5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65" y="2589478"/>
            <a:ext cx="11784070" cy="24673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FE114D-4413-4078-B49F-299722DFF3F8}"/>
              </a:ext>
            </a:extLst>
          </p:cNvPr>
          <p:cNvSpPr txBox="1"/>
          <p:nvPr/>
        </p:nvSpPr>
        <p:spPr>
          <a:xfrm>
            <a:off x="1560786" y="5174319"/>
            <a:ext cx="95830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</a:t>
            </a:r>
            <a:r>
              <a:rPr lang="ko-KR" altLang="en-US" dirty="0" err="1"/>
              <a:t>센싱회로의</a:t>
            </a:r>
            <a:r>
              <a:rPr lang="ko-KR" altLang="en-US" dirty="0"/>
              <a:t> 모든 레이어를 나타낸 사진입니다</a:t>
            </a:r>
            <a:r>
              <a:rPr lang="en-US" altLang="ko-KR" dirty="0"/>
              <a:t>. 4.2V*12 = 50.4V</a:t>
            </a:r>
            <a:r>
              <a:rPr lang="ko-KR" altLang="en-US" dirty="0"/>
              <a:t>이고 전위차가 </a:t>
            </a:r>
            <a:r>
              <a:rPr lang="en-US" altLang="ko-KR" dirty="0"/>
              <a:t>150V</a:t>
            </a:r>
            <a:r>
              <a:rPr lang="ko-KR" altLang="en-US" dirty="0"/>
              <a:t>이상인</a:t>
            </a:r>
            <a:endParaRPr lang="en-US" altLang="ko-KR" dirty="0"/>
          </a:p>
          <a:p>
            <a:r>
              <a:rPr lang="ko-KR" altLang="en-US" dirty="0"/>
              <a:t>노드가 없음에 따라 모든 레이어와 홀</a:t>
            </a:r>
            <a:r>
              <a:rPr lang="en-US" altLang="ko-KR" dirty="0"/>
              <a:t>(</a:t>
            </a:r>
            <a:r>
              <a:rPr lang="ko-KR" altLang="en-US" dirty="0"/>
              <a:t>도체</a:t>
            </a:r>
            <a:r>
              <a:rPr lang="en-US" altLang="ko-KR" dirty="0"/>
              <a:t>)</a:t>
            </a:r>
            <a:r>
              <a:rPr lang="ko-KR" altLang="en-US" dirty="0"/>
              <a:t>는 </a:t>
            </a:r>
            <a:r>
              <a:rPr lang="en-US" altLang="ko-KR" dirty="0"/>
              <a:t>1mm</a:t>
            </a:r>
            <a:r>
              <a:rPr lang="ko-KR" altLang="en-US" dirty="0"/>
              <a:t>이상 이격되어 있습니다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이와 유사한 구조의 </a:t>
            </a:r>
            <a:r>
              <a:rPr lang="en-US" altLang="ko-KR" dirty="0"/>
              <a:t>6</a:t>
            </a:r>
            <a:r>
              <a:rPr lang="ko-KR" altLang="en-US" dirty="0"/>
              <a:t>개의 </a:t>
            </a:r>
            <a:r>
              <a:rPr lang="en-US" altLang="ko-KR" dirty="0" err="1"/>
              <a:t>pcb</a:t>
            </a:r>
            <a:r>
              <a:rPr lang="ko-KR" altLang="en-US" dirty="0"/>
              <a:t>가 각 세그먼트 위에 위치하여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중간에 위치한 </a:t>
            </a:r>
            <a:r>
              <a:rPr lang="ko-KR" altLang="en-US" dirty="0" err="1"/>
              <a:t>볼팅</a:t>
            </a:r>
            <a:r>
              <a:rPr lang="ko-KR" altLang="en-US" dirty="0"/>
              <a:t> 구멍은 나일론</a:t>
            </a:r>
            <a:r>
              <a:rPr lang="en-US" altLang="ko-KR" dirty="0"/>
              <a:t>(</a:t>
            </a:r>
            <a:r>
              <a:rPr lang="ko-KR" altLang="en-US" dirty="0"/>
              <a:t>부도체</a:t>
            </a:r>
            <a:r>
              <a:rPr lang="en-US" altLang="ko-KR" dirty="0"/>
              <a:t>)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9047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224</Words>
  <Application>Microsoft Office PowerPoint</Application>
  <PresentationFormat>와이드스크린</PresentationFormat>
  <Paragraphs>27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1</vt:lpstr>
      <vt:lpstr>1</vt:lpstr>
      <vt:lpstr>1</vt:lpstr>
      <vt:lpstr>1</vt:lpstr>
      <vt:lpstr>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건호 김</dc:creator>
  <cp:lastModifiedBy>건호 김</cp:lastModifiedBy>
  <cp:revision>8</cp:revision>
  <dcterms:created xsi:type="dcterms:W3CDTF">2025-04-28T15:07:22Z</dcterms:created>
  <dcterms:modified xsi:type="dcterms:W3CDTF">2025-07-17T04:29:31Z</dcterms:modified>
</cp:coreProperties>
</file>