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5" r:id="rId4"/>
    <p:sldId id="258" r:id="rId5"/>
    <p:sldId id="261" r:id="rId6"/>
    <p:sldId id="259" r:id="rId7"/>
    <p:sldId id="260" r:id="rId8"/>
    <p:sldId id="263" r:id="rId9"/>
    <p:sldId id="262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1" d="100"/>
          <a:sy n="61" d="100"/>
        </p:scale>
        <p:origin x="78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F46836-7E85-4B35-AEFE-876FA17B7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F46831D-AA47-44D0-89F8-6D2BD15424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7D896D-CCE8-4F6E-A6D5-ED276D954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F2F30-1919-4525-BA6D-D2164382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D28D8A-135D-41A9-8916-7D2B3BEB2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37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AC4391-751C-4836-96CB-71853BB53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7A5DC-A29F-4E04-B103-97EDEDBB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A31360-47E6-4F10-9431-249C60F2C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F20C60-AA7D-410D-98FE-6254FA978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D962D-72D8-477C-B99C-04BF84C4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564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FADFF-AA19-4B8F-B32E-C41FF0F78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CCA16D-8C61-4E19-853B-1176B09B5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103A44-6547-40F1-B11E-B30A5EA0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DC5CA9-4376-49C3-ADAF-2196027A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C4446A-80C5-43FE-A2AB-64D85736A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62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92C72-A235-4AAA-84F0-E5F695B6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7505CE-2144-49A7-AE60-7BABBB54EE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3ED90F-8766-41D2-8899-F9C49B366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D92128-C48D-4D5D-A04E-BBD69884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AB9C69-BE8E-4CBC-9CEB-A49A21AC7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527659-92DD-4F8F-A0DA-19BBF28A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854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3E89D7-BFC3-4864-B927-0B86DCA1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1CB872-C2EB-47E7-877C-DE709646B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18C9F9-7D66-49E8-AA0E-DAC0CCF63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6279F4-FE04-4479-8F4C-AE84E9B7C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FFF147-E942-47CA-8AC3-ED3C3A5A6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061496-E035-472E-B56B-02D2E5F4C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E994A-BA5B-4DCD-B889-A63552131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BF6A35-EDCF-4E65-B310-93D39D7C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018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6A2E8-40D6-4E06-8CE2-A3AC3A34F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86BF930-D533-4AB0-9CBC-EA8553D7C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D08DE7-2F86-4431-B280-7EBF2641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CC8076-8082-4E32-AA82-BE1A7E428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402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20AF7E-8C0C-4E47-A31E-1AA9442BE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F5BFFB-5673-41D7-9A53-2A7FF3558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BD3E69-D411-4FF6-9B8C-9C268B19B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109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2B380A-FB07-4D7B-BF46-596B483F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E76C5A-82C1-48C6-A2F2-D5AEDDC27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5FE563-3537-4C24-9028-98E94981C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83B160-D5E1-4ABC-8B14-C5228CC30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CCD83A-94C4-484D-ACEA-A4DF96CB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EA2934-1589-4691-BFE8-7F484B776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10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F46A7A-EFCC-4214-8896-A038BF86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16EB8A-E2DB-44FA-95E8-4D1736128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8BEB39-7B5D-4EDA-96D4-356681576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D4EAF5-8A65-412E-A1A3-7B4885995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C6F20D-8B76-48F9-B645-782BA45B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3245DC-B975-4C3B-A9A9-E98A3EC2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06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0D731-C511-4F3E-BD14-52D418D65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D509C8-CA6A-4276-8D1A-0C9538A84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DEEF2B-DCEB-4833-913B-05A9EB8A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027970-7F87-4505-8A7B-0B39CBFA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517C4F-1766-498B-9C93-AD7BA6742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29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871AAA-0B5B-4E27-A2F4-A89F2F4716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BA67ED-6731-457E-B52B-56A14A2F2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659963-E080-4188-8F50-C02608180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4CA947-06CE-4476-A92F-8CDDB27E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B13511-00D7-4061-A99F-D641D502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37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236D4B-F270-412F-B4A8-6B10955D3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C9523B-CB9D-403E-A236-0966AE3E8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6F0420-95E0-4ABA-92C9-7DC40F146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85FAB-38F6-458A-AD02-2E5E108FD6F5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CDEB65-2F48-4C55-8163-1058E954B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9D3341-0626-4B68-8C62-4D44B5831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EE0BA-A3B2-46FB-9FB6-9A1B8A3B2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003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8BD2AF90-9BD9-4C03-B4C1-86C53E4866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0800000">
            <a:off x="1981630" y="2348854"/>
            <a:ext cx="4429743" cy="33056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7A8867B-346F-4A02-A425-724F62F4C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3BA4666-AC79-462D-BE49-0EA2EFD17493}"/>
              </a:ext>
            </a:extLst>
          </p:cNvPr>
          <p:cNvSpPr/>
          <p:nvPr/>
        </p:nvSpPr>
        <p:spPr>
          <a:xfrm>
            <a:off x="3742549" y="3929981"/>
            <a:ext cx="498375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80C1EE-9B0D-4967-997C-83B5F41D710A}"/>
              </a:ext>
            </a:extLst>
          </p:cNvPr>
          <p:cNvSpPr txBox="1"/>
          <p:nvPr/>
        </p:nvSpPr>
        <p:spPr>
          <a:xfrm>
            <a:off x="3534536" y="3057282"/>
            <a:ext cx="91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IMD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LED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pic>
        <p:nvPicPr>
          <p:cNvPr id="7" name="내용 개체 틀 3">
            <a:extLst>
              <a:ext uri="{FF2B5EF4-FFF2-40B4-BE49-F238E27FC236}">
                <a16:creationId xmlns:a16="http://schemas.microsoft.com/office/drawing/2014/main" id="{B75A981C-9BD7-43BD-A63C-E1EA1F660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568" y="3015581"/>
            <a:ext cx="4096974" cy="1972182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B581CE90-A666-450B-A741-1D6934C18A21}"/>
              </a:ext>
            </a:extLst>
          </p:cNvPr>
          <p:cNvSpPr/>
          <p:nvPr/>
        </p:nvSpPr>
        <p:spPr>
          <a:xfrm>
            <a:off x="9362610" y="3472781"/>
            <a:ext cx="450861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AB6CC5-139E-424C-B1B3-2C244A73FC09}"/>
              </a:ext>
            </a:extLst>
          </p:cNvPr>
          <p:cNvSpPr txBox="1"/>
          <p:nvPr/>
        </p:nvSpPr>
        <p:spPr>
          <a:xfrm>
            <a:off x="8956221" y="3931001"/>
            <a:ext cx="1714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RTD ON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112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58E59-9EF8-4C45-88A4-25CD24C7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10">
            <a:extLst>
              <a:ext uri="{FF2B5EF4-FFF2-40B4-BE49-F238E27FC236}">
                <a16:creationId xmlns:a16="http://schemas.microsoft.com/office/drawing/2014/main" id="{21AACA4F-CEFB-4BBE-8760-C7750F8287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0800000">
            <a:off x="2115390" y="2253883"/>
            <a:ext cx="4429743" cy="3305636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12FE709-7608-4307-BECE-7492479A6771}"/>
              </a:ext>
            </a:extLst>
          </p:cNvPr>
          <p:cNvSpPr/>
          <p:nvPr/>
        </p:nvSpPr>
        <p:spPr>
          <a:xfrm>
            <a:off x="4330261" y="3906701"/>
            <a:ext cx="498375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280B0-7AC4-4B26-8CF2-0CDA48799F34}"/>
              </a:ext>
            </a:extLst>
          </p:cNvPr>
          <p:cNvSpPr txBox="1"/>
          <p:nvPr/>
        </p:nvSpPr>
        <p:spPr>
          <a:xfrm>
            <a:off x="4122247" y="3013501"/>
            <a:ext cx="1080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BSPD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LED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pic>
        <p:nvPicPr>
          <p:cNvPr id="8" name="내용 개체 틀 10">
            <a:extLst>
              <a:ext uri="{FF2B5EF4-FFF2-40B4-BE49-F238E27FC236}">
                <a16:creationId xmlns:a16="http://schemas.microsoft.com/office/drawing/2014/main" id="{120918EF-D5D7-4E75-94FA-86C8F7E69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6924057" y="2253884"/>
            <a:ext cx="4429743" cy="3305636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20F734A5-B94F-4C3E-81FB-7C3D14E7D240}"/>
              </a:ext>
            </a:extLst>
          </p:cNvPr>
          <p:cNvSpPr/>
          <p:nvPr/>
        </p:nvSpPr>
        <p:spPr>
          <a:xfrm>
            <a:off x="7619999" y="3824726"/>
            <a:ext cx="931992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784797-3065-455B-85B9-EE0977BEC60A}"/>
              </a:ext>
            </a:extLst>
          </p:cNvPr>
          <p:cNvSpPr txBox="1"/>
          <p:nvPr/>
        </p:nvSpPr>
        <p:spPr>
          <a:xfrm>
            <a:off x="7619998" y="2974996"/>
            <a:ext cx="1310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BMS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LED 1,2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6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AB7F0-413B-4284-9A11-5B23DCD4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0ACEE17D-19A8-48E1-BE9B-3C169A5E84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0800000">
            <a:off x="4858152" y="2600139"/>
            <a:ext cx="4821876" cy="3303173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6FAACC2-75DF-4537-A6C2-BE896A727C5F}"/>
              </a:ext>
            </a:extLst>
          </p:cNvPr>
          <p:cNvSpPr/>
          <p:nvPr/>
        </p:nvSpPr>
        <p:spPr>
          <a:xfrm>
            <a:off x="7577958" y="4251725"/>
            <a:ext cx="604345" cy="61981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C35A76-DF37-482B-A3F9-62D67A8903B8}"/>
              </a:ext>
            </a:extLst>
          </p:cNvPr>
          <p:cNvSpPr txBox="1"/>
          <p:nvPr/>
        </p:nvSpPr>
        <p:spPr>
          <a:xfrm>
            <a:off x="7485992" y="3420728"/>
            <a:ext cx="1392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FF0000"/>
                </a:solidFill>
              </a:rPr>
              <a:t>RTD ON</a:t>
            </a:r>
          </a:p>
          <a:p>
            <a:r>
              <a:rPr lang="en-US" altLang="ko-KR" sz="2400" dirty="0">
                <a:solidFill>
                  <a:srgbClr val="FF0000"/>
                </a:solidFill>
              </a:rPr>
              <a:t>SWITCH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534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A3643-6AC6-4BCF-BBCF-38D177EE5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16" y="-647583"/>
            <a:ext cx="10515600" cy="1325563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92963400-7D53-451B-B381-CF27B1184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825" y="2178355"/>
            <a:ext cx="4953691" cy="3743847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A2E1094-A236-471E-85F9-83856E2608C7}"/>
              </a:ext>
            </a:extLst>
          </p:cNvPr>
          <p:cNvCxnSpPr>
            <a:cxnSpLocks/>
          </p:cNvCxnSpPr>
          <p:nvPr/>
        </p:nvCxnSpPr>
        <p:spPr>
          <a:xfrm>
            <a:off x="1834069" y="3853542"/>
            <a:ext cx="517245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D40793-32A9-4B8C-B903-702D5C789C9F}"/>
              </a:ext>
            </a:extLst>
          </p:cNvPr>
          <p:cNvSpPr txBox="1"/>
          <p:nvPr/>
        </p:nvSpPr>
        <p:spPr>
          <a:xfrm>
            <a:off x="716455" y="3530376"/>
            <a:ext cx="1117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IMD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10" name="내용 개체 틀 3">
            <a:extLst>
              <a:ext uri="{FF2B5EF4-FFF2-40B4-BE49-F238E27FC236}">
                <a16:creationId xmlns:a16="http://schemas.microsoft.com/office/drawing/2014/main" id="{B52093CE-D8A5-4544-B09E-280055C63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940" y="2178355"/>
            <a:ext cx="4953691" cy="3743847"/>
          </a:xfrm>
          <a:prstGeom prst="rect">
            <a:avLst/>
          </a:prstGeom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08D957CB-38A3-45BC-AD01-CCA94567D3D4}"/>
              </a:ext>
            </a:extLst>
          </p:cNvPr>
          <p:cNvCxnSpPr>
            <a:cxnSpLocks/>
          </p:cNvCxnSpPr>
          <p:nvPr/>
        </p:nvCxnSpPr>
        <p:spPr>
          <a:xfrm flipV="1">
            <a:off x="7538184" y="3530376"/>
            <a:ext cx="528130" cy="3231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725B73A-F945-44E9-9A22-906A8E2792AF}"/>
              </a:ext>
            </a:extLst>
          </p:cNvPr>
          <p:cNvSpPr txBox="1"/>
          <p:nvPr/>
        </p:nvSpPr>
        <p:spPr>
          <a:xfrm>
            <a:off x="6420570" y="3530376"/>
            <a:ext cx="11176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TSAL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027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74D7E-0C0D-4EC5-90A9-CC9031A3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70EA7D-D9A9-495C-B13C-108929806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6" name="내용 개체 틀 3">
            <a:extLst>
              <a:ext uri="{FF2B5EF4-FFF2-40B4-BE49-F238E27FC236}">
                <a16:creationId xmlns:a16="http://schemas.microsoft.com/office/drawing/2014/main" id="{6F05857F-750A-41B8-9601-1D8198A5D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454" y="2149326"/>
            <a:ext cx="4953691" cy="3743847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34C9438-B450-4D45-AE57-9193D2251F16}"/>
              </a:ext>
            </a:extLst>
          </p:cNvPr>
          <p:cNvCxnSpPr>
            <a:cxnSpLocks/>
          </p:cNvCxnSpPr>
          <p:nvPr/>
        </p:nvCxnSpPr>
        <p:spPr>
          <a:xfrm>
            <a:off x="4673600" y="2725018"/>
            <a:ext cx="867228" cy="77632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58CCB59-D066-46CD-8F7A-146B060F3149}"/>
              </a:ext>
            </a:extLst>
          </p:cNvPr>
          <p:cNvSpPr txBox="1"/>
          <p:nvPr/>
        </p:nvSpPr>
        <p:spPr>
          <a:xfrm>
            <a:off x="4146463" y="2355686"/>
            <a:ext cx="1732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초기충전회로</a:t>
            </a:r>
          </a:p>
        </p:txBody>
      </p:sp>
    </p:spTree>
    <p:extLst>
      <p:ext uri="{BB962C8B-B14F-4D97-AF65-F5344CB8AC3E}">
        <p14:creationId xmlns:p14="http://schemas.microsoft.com/office/powerpoint/2010/main" val="3085788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F828CC-B8BB-4FFA-83F9-E71D8CD3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33CE44D-5C4A-45B4-AB83-171A7219D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599034"/>
            <a:ext cx="5649113" cy="3362794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EE826E2-91A6-4885-9C13-357BA34AF8E3}"/>
              </a:ext>
            </a:extLst>
          </p:cNvPr>
          <p:cNvSpPr/>
          <p:nvPr/>
        </p:nvSpPr>
        <p:spPr>
          <a:xfrm>
            <a:off x="4466312" y="4442544"/>
            <a:ext cx="90578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25508-4514-400E-8071-391B587E7F91}"/>
              </a:ext>
            </a:extLst>
          </p:cNvPr>
          <p:cNvSpPr txBox="1"/>
          <p:nvPr/>
        </p:nvSpPr>
        <p:spPr>
          <a:xfrm>
            <a:off x="2993775" y="3674751"/>
            <a:ext cx="2963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Reset Switch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pic>
        <p:nvPicPr>
          <p:cNvPr id="7" name="내용 개체 틀 3">
            <a:extLst>
              <a:ext uri="{FF2B5EF4-FFF2-40B4-BE49-F238E27FC236}">
                <a16:creationId xmlns:a16="http://schemas.microsoft.com/office/drawing/2014/main" id="{C0CE818C-C733-40A9-B520-F6A40D42C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980" y="2639685"/>
            <a:ext cx="5649113" cy="3362794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B40EF219-6148-469D-84E2-059178438311}"/>
              </a:ext>
            </a:extLst>
          </p:cNvPr>
          <p:cNvSpPr/>
          <p:nvPr/>
        </p:nvSpPr>
        <p:spPr>
          <a:xfrm>
            <a:off x="9337385" y="5115506"/>
            <a:ext cx="90578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94B144-210A-4344-B468-A7555FE4DA74}"/>
              </a:ext>
            </a:extLst>
          </p:cNvPr>
          <p:cNvSpPr txBox="1"/>
          <p:nvPr/>
        </p:nvSpPr>
        <p:spPr>
          <a:xfrm>
            <a:off x="9116099" y="4442544"/>
            <a:ext cx="14446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TSMP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95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ED6A6-6482-41E7-B0AB-3AD613903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975" y="-662782"/>
            <a:ext cx="10515600" cy="1325563"/>
          </a:xfrm>
        </p:spPr>
        <p:txBody>
          <a:bodyPr/>
          <a:lstStyle/>
          <a:p>
            <a:endParaRPr lang="ko-KR" alt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E3BA865D-97E7-4C9D-83E2-FD1E260EB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4872" y="2134945"/>
            <a:ext cx="4534903" cy="279628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2B0037C-EE4B-44F8-AF8E-EB5761244722}"/>
              </a:ext>
            </a:extLst>
          </p:cNvPr>
          <p:cNvSpPr/>
          <p:nvPr/>
        </p:nvSpPr>
        <p:spPr>
          <a:xfrm>
            <a:off x="3260628" y="2134944"/>
            <a:ext cx="2559145" cy="2654769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E7418FA-4C4C-4BE8-864E-572B47A1D12F}"/>
              </a:ext>
            </a:extLst>
          </p:cNvPr>
          <p:cNvSpPr/>
          <p:nvPr/>
        </p:nvSpPr>
        <p:spPr>
          <a:xfrm>
            <a:off x="1437272" y="2134945"/>
            <a:ext cx="1710400" cy="26547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BB6AAD-8D4F-4286-878E-CD2CFFBB598E}"/>
              </a:ext>
            </a:extLst>
          </p:cNvPr>
          <p:cNvSpPr txBox="1"/>
          <p:nvPr/>
        </p:nvSpPr>
        <p:spPr>
          <a:xfrm>
            <a:off x="1324316" y="4700590"/>
            <a:ext cx="715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TS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DA140-71CC-4942-A754-E45766848CA5}"/>
              </a:ext>
            </a:extLst>
          </p:cNvPr>
          <p:cNvSpPr txBox="1"/>
          <p:nvPr/>
        </p:nvSpPr>
        <p:spPr>
          <a:xfrm>
            <a:off x="4680155" y="4716674"/>
            <a:ext cx="129202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chemeClr val="accent1"/>
                </a:solidFill>
              </a:rPr>
              <a:t>GLVS</a:t>
            </a:r>
            <a:endParaRPr lang="ko-KR" altLang="en-US" sz="3600" b="1" dirty="0">
              <a:solidFill>
                <a:schemeClr val="accent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BFC195D-2C67-4AFF-A6D5-D860D025D014}"/>
              </a:ext>
            </a:extLst>
          </p:cNvPr>
          <p:cNvCxnSpPr>
            <a:cxnSpLocks/>
          </p:cNvCxnSpPr>
          <p:nvPr/>
        </p:nvCxnSpPr>
        <p:spPr>
          <a:xfrm flipV="1">
            <a:off x="1060251" y="3704567"/>
            <a:ext cx="528130" cy="32316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1F1336-D223-45CA-9B68-35004CB19847}"/>
              </a:ext>
            </a:extLst>
          </p:cNvPr>
          <p:cNvSpPr txBox="1"/>
          <p:nvPr/>
        </p:nvSpPr>
        <p:spPr>
          <a:xfrm>
            <a:off x="302557" y="402773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방전회로</a:t>
            </a:r>
          </a:p>
        </p:txBody>
      </p:sp>
      <p:pic>
        <p:nvPicPr>
          <p:cNvPr id="11" name="내용 개체 틀 3">
            <a:extLst>
              <a:ext uri="{FF2B5EF4-FFF2-40B4-BE49-F238E27FC236}">
                <a16:creationId xmlns:a16="http://schemas.microsoft.com/office/drawing/2014/main" id="{FBC60A74-93C2-4B33-8D44-C8C5938E3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875" y="2181228"/>
            <a:ext cx="4534903" cy="279628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C2B5AB-1339-4709-B4EF-414D00862079}"/>
              </a:ext>
            </a:extLst>
          </p:cNvPr>
          <p:cNvSpPr/>
          <p:nvPr/>
        </p:nvSpPr>
        <p:spPr>
          <a:xfrm>
            <a:off x="8862631" y="2181227"/>
            <a:ext cx="2559145" cy="2654769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36EB052-43D9-4273-8081-E871F899BA19}"/>
              </a:ext>
            </a:extLst>
          </p:cNvPr>
          <p:cNvSpPr/>
          <p:nvPr/>
        </p:nvSpPr>
        <p:spPr>
          <a:xfrm>
            <a:off x="7039275" y="2181228"/>
            <a:ext cx="1710400" cy="265477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BA780D-9FD2-49E6-8E0B-C53A22834D3A}"/>
              </a:ext>
            </a:extLst>
          </p:cNvPr>
          <p:cNvSpPr txBox="1"/>
          <p:nvPr/>
        </p:nvSpPr>
        <p:spPr>
          <a:xfrm>
            <a:off x="6926319" y="4746873"/>
            <a:ext cx="715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rgbClr val="FF0000"/>
                </a:solidFill>
              </a:rPr>
              <a:t>TS</a:t>
            </a:r>
            <a:endParaRPr lang="ko-KR" altLang="en-US" sz="36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DE739A-FA9D-4FEC-9B05-7763CE1B8A97}"/>
              </a:ext>
            </a:extLst>
          </p:cNvPr>
          <p:cNvSpPr txBox="1"/>
          <p:nvPr/>
        </p:nvSpPr>
        <p:spPr>
          <a:xfrm>
            <a:off x="10282158" y="4762957"/>
            <a:ext cx="129202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solidFill>
                  <a:schemeClr val="accent1"/>
                </a:solidFill>
              </a:rPr>
              <a:t>GLVS</a:t>
            </a:r>
            <a:endParaRPr lang="ko-KR" altLang="en-US" sz="3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70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C9B86-001B-4380-A2C0-25DB87545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1B98C4D-D1AF-4BBE-986B-BBD83AB6B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9498" y="3158214"/>
            <a:ext cx="2353003" cy="1686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02B7D6-6CAF-4FB5-979D-DBBB710FFB2E}"/>
              </a:ext>
            </a:extLst>
          </p:cNvPr>
          <p:cNvSpPr txBox="1"/>
          <p:nvPr/>
        </p:nvSpPr>
        <p:spPr>
          <a:xfrm>
            <a:off x="6670413" y="2958159"/>
            <a:ext cx="6020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AVI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056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65BC0-3B56-4E11-A0E9-A0219C5D6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F3494ECF-3324-4023-A1CF-0F450189AD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8564" y="1825625"/>
            <a:ext cx="669487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26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24</Words>
  <Application>Microsoft Office PowerPoint</Application>
  <PresentationFormat>와이드스크린</PresentationFormat>
  <Paragraphs>20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건호 김</dc:creator>
  <cp:lastModifiedBy>건호 김</cp:lastModifiedBy>
  <cp:revision>7</cp:revision>
  <dcterms:created xsi:type="dcterms:W3CDTF">2025-04-27T05:46:33Z</dcterms:created>
  <dcterms:modified xsi:type="dcterms:W3CDTF">2025-07-17T04:29:29Z</dcterms:modified>
</cp:coreProperties>
</file>