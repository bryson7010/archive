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D49D3-95C0-47B7-BDDA-B393FFC9A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1377B4-83CA-479F-AA5C-A72203D89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C1A136-2BC5-4C15-B7A2-015F2121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406554-982B-4519-9826-731B2D68E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C9289B-351B-44CF-9CC9-C201F8A51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56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BED27-7390-420D-8AC3-E3ACCB7A9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05EC0D-6809-4F6B-AA4E-33CF18DE3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0BCBE9-6980-48F7-939A-A96429EBD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DAEAA2-CA42-4872-9A38-737564B29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2ECFC2-2958-4FEA-8085-782C2DFA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41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9E92A-C6FE-47B2-AD5A-CCCA05F3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428429-F02D-4700-B1E2-B86628709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06DB0D-D7CC-4A12-A945-E27CBA2C3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9E36AE-FECA-4AAF-AA48-62B0BFA2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277DF8-611A-4D08-AAED-D6F791C5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77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47667-7123-4B0C-B11C-FB3FC627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7CF7A0-3F8C-482F-AE38-3E45FFA3C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BD8BA5-D6D6-413B-BB91-7C1C0A50A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5ABE7-8E50-424E-8010-7F842E45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D48594-A798-4553-A01E-53ACF71E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F9CE45-3180-4FB4-A2D5-409D0EBA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355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57DC3-7F8B-48B7-B4EA-3A9F7E17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3B11A6-51E8-4E71-903D-A284E6F63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B59BFA-B04C-48E1-A131-3D2EE90C4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8BC041-B494-4BA7-9E22-33CA12652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9F2B09-5F05-48F4-B774-676A277AE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797A2D-4243-41B2-B5DD-DFB8955F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70CB8C-4A78-4002-BA3D-437B9323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9D70DB-C1AD-414A-9DF3-CF89B158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80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614C0-D138-4DE1-B9AE-FC3D75362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3D851-3965-4597-AB83-57F048A5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397E4B-7087-40EB-999E-B81A5BA2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8A3D4C-03E1-4B90-9AAA-28E88A2A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71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DDC50A-B724-4BA5-8B55-F9096CBB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DCD018-06E5-4850-95D1-CCE915716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059EDE-4B07-4265-BBB6-9A05EDDB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67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169D7-93CD-4E46-BFD0-134B92F2B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2D90B0-006A-4581-B3E6-770BBFB5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A17018-5782-42C8-8472-BDC060EFE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E15110-2C10-4C21-9836-4139EEE8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2C6E09-8669-4EE2-A326-DA9A0750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B5967-A80C-4E46-85DE-CE7041D9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052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0F4BB-8C8F-431F-98F0-D87FC6C6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69EF1C-2034-4D88-A79B-ED88498B1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9E5C3C-FDF1-47D8-97F7-73CAE3571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CBB22E-5E6A-4776-A29D-698B9D7D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A918F7-07A8-42BB-99CB-FCCC6144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65395-F22F-40CF-8F11-B474F9C0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402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DC5609-A51D-4E46-82CA-9948314A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E50BDC-6C14-4DCF-A7F3-E52975796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3F7A2E-F70C-4A8F-AD7E-BF4BD46EE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0A70BF-BFAC-4AD9-8AC4-B566A6E7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8D290C-32C5-4313-8565-42B15071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41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B864C5-D331-41E1-BEE8-54ED695F9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FD980B-AE43-49DA-A9F5-869583A56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055263-EC3A-4E03-8FF4-621CC66C2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402E9A-E50F-4B1C-A47A-5784FF93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84A9EF-22BD-484C-89DB-B5B34394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282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24FDC8-6D9A-4E2F-A82F-F7DE2DA16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F55B3D-6BAE-4156-9614-F642C9306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77C50F-59B4-40EA-9EAB-8098CFA2C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148A1-50C9-49E4-A347-D3B0B12C8860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077311-3A61-4725-A044-4FF3D0E90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6FA7E9-45CC-415C-99B2-40A0003F1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B1700-D1B4-4EBB-BAEB-CB227C8D0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35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336832B-9CF6-4258-8A71-BBE35272A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012" y="0"/>
            <a:ext cx="4561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2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68347A-3226-484F-BD19-36F779E5E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56" y="0"/>
            <a:ext cx="5717791" cy="677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56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A6E732F-E924-4DD1-952F-423646380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35" y="0"/>
            <a:ext cx="96977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51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건호 김</dc:creator>
  <cp:lastModifiedBy>건호 김</cp:lastModifiedBy>
  <cp:revision>2</cp:revision>
  <dcterms:created xsi:type="dcterms:W3CDTF">2025-09-24T06:02:58Z</dcterms:created>
  <dcterms:modified xsi:type="dcterms:W3CDTF">2025-09-24T06:06:22Z</dcterms:modified>
</cp:coreProperties>
</file>