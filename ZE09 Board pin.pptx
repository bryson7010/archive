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83" r:id="rId4"/>
    <p:sldId id="284" r:id="rId5"/>
    <p:sldId id="257" r:id="rId6"/>
    <p:sldId id="286" r:id="rId7"/>
    <p:sldId id="275" r:id="rId8"/>
    <p:sldId id="265" r:id="rId9"/>
    <p:sldId id="280" r:id="rId10"/>
    <p:sldId id="281" r:id="rId11"/>
    <p:sldId id="258" r:id="rId12"/>
    <p:sldId id="259" r:id="rId13"/>
    <p:sldId id="260" r:id="rId14"/>
    <p:sldId id="261" r:id="rId15"/>
    <p:sldId id="266" r:id="rId16"/>
    <p:sldId id="276" r:id="rId17"/>
    <p:sldId id="277" r:id="rId18"/>
    <p:sldId id="278" r:id="rId19"/>
    <p:sldId id="274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2D7A2-D977-4390-BAD7-C4588BCB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F7425C-6602-4278-96A6-FD900BAA0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B68E6-4CF3-471F-8B90-6034268F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CEA32-365F-40D4-AA25-08368789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B1892-FFFE-4986-BBCB-AACB298D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57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61AE3-1EA5-482A-9EF3-206FFE86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B91F3-BC21-4976-8B13-9605B779C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92066-6110-44B3-BC22-C12A487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A55E8-0548-4D48-8F38-78EA4184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DA6C4-5147-4EB3-AE90-95697AEA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731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9FBBD-2E8A-4526-A41C-608A23EE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FB746D-D6FC-4FC4-A68A-BE6F51F6B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1F5C8-4C6A-4FAF-B1D6-C07A32DE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C4FAD-CE73-4495-AE51-DF29A2F3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F070BA-50FE-40E7-A337-8850FFF9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17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2277C-5F42-47C1-A026-61B7FEEE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E308D-2565-4C7D-ABC6-2CF14A3A9A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5E995A-D9A1-4B0F-965E-63FF647FB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032CC3-4B9F-4F0D-853A-08B041962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E8EC0B-C5D5-4632-966D-BF6AA97B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FFAB3-2FA3-4F33-8683-AF8BD289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1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0DF8B4-CEF0-4B37-A4AF-24F1DED4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B6069-7E25-40E5-B930-470847C9B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551027-1247-488F-BD94-151E1CFAB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237BF4-350C-4ADC-A471-158828001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9DEFF5-EAC4-47FF-AE80-6D77F5D59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EE780C-C133-4AA4-B625-F498A385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741ACD-0213-434A-9890-33074E9F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13865D-1C54-45AC-8028-DD2CDDA1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44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6104-9463-4348-A346-EAAEA8D8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9B35FB-9A50-4722-AF82-E6C3DB71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2C417D-4581-4B4D-AC70-A8E35C73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E8836A-FAF3-4824-9831-DD1F6910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50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B4A115-3AC5-4D3F-9E33-E8443ED3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A8D6A4-463D-4E21-AEF2-D2DC7EC4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0567B-76A4-4441-BE9B-C9FBDA58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62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57934-69EB-4016-9487-59AADE312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75A42-E0B5-4D7A-87B4-C33568D94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EC6078-DB35-42BA-BCC6-0EA550F20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BC2CEA-576C-47E1-BD0E-D3D45A22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95D246-23FC-4506-9BE2-330CAE88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80B0F8-D2DE-416E-AB54-4953F0D6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76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9025E-A09E-4C4E-9AD1-1D0F7A88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8CE778F-64C0-418E-8C0C-1DF157831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AEC76-71AD-428B-B7B1-AA79B3811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77D19-1028-495C-9A44-3DD3A3A1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759796-3B7E-443B-925F-318F0015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BE1A3-0D60-40B4-B0A1-360A65A7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69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AF396-17BB-4436-B3ED-23DB3471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6B7716-2BE6-4D7A-BF70-3B702C2C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1FB2F-14ED-41FB-B702-7366D9C4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B30A6C-35ED-4317-88D9-3071BB9F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322311-9D96-4FD0-9809-E1B0DD85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47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FD9E2A-07C1-4986-8311-033D25469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81A467-F8B1-453D-9F7B-393AE8683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C7648A-06DE-4C96-88D6-4F7CD803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620C82-4A7C-434B-A2CE-C3C0E58C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59335-4AD7-48B0-8425-F6093176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29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336136-B56B-4BD6-AE68-3D50FF1A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D52E7D-6716-4B60-B872-5B9477A3B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AFA74-1717-4D5B-A545-582C815D1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2CA62-E85C-4FA4-A45D-814D2BAA4A2F}" type="datetimeFigureOut">
              <a:rPr lang="ko-KR" altLang="en-US" smtClean="0"/>
              <a:t>2025-01-19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46D76-E705-4B19-BC50-F66B72661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082759-1890-43CA-A23F-00FBD6ECD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C58AA-04E4-4210-86F9-1D039369E7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50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822F3-B15C-4A01-9B1D-16C59DE9B6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Board pin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7872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45658-2F29-4910-94E2-33BD10DCA0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BSPD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939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5D32356-DE9E-415B-AA9C-F72FBB8B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29" y="-1"/>
            <a:ext cx="8752114" cy="666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5D15957-4DF2-4A4E-B789-207517276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57" y="0"/>
            <a:ext cx="10722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5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42DAEE-07C3-4F21-B67D-8B891F2C4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0" y="229014"/>
            <a:ext cx="5201376" cy="406774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41B8B0A-3778-4B20-A194-F032A49B2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666" y="1579971"/>
            <a:ext cx="6626334" cy="51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66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8DBC92F-6704-4E94-BB19-64429052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743" y="294837"/>
            <a:ext cx="7840169" cy="6268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9013324-930A-49E8-A40A-F03596FDB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63" y="3214561"/>
            <a:ext cx="6095572" cy="20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83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3202AE5-A79A-4DD7-9D6C-CCFDF52D1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71" y="494371"/>
            <a:ext cx="9228772" cy="63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4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B6D997-AD1E-4D72-8A21-C11A90B3B6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HV BOX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721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2AF0A0F-A94F-43D4-B766-8BEC9C51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83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8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C3F874D-F8D2-4695-8779-3F454101B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11" y="0"/>
            <a:ext cx="10690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0BE9E37-41B4-43E0-9207-AE8FC24D2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04" y="0"/>
            <a:ext cx="4650228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F7718DC-3349-426B-AF36-4EE2D6887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039" y="3973051"/>
            <a:ext cx="3216975" cy="28512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FED1AFA-75A1-4B39-88E9-5142F7DE0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039" y="0"/>
            <a:ext cx="3860606" cy="397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0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FB33A9-301B-48A7-811E-BCBFB7CFB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89" y="271022"/>
            <a:ext cx="3181794" cy="63159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CFD3D9F-FBA9-4106-BE39-90E9CF9B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775" y="271022"/>
            <a:ext cx="4353533" cy="5696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26214B-5513-48D2-93FB-499E186AFBCD}"/>
              </a:ext>
            </a:extLst>
          </p:cNvPr>
          <p:cNvSpPr txBox="1"/>
          <p:nvPr/>
        </p:nvSpPr>
        <p:spPr>
          <a:xfrm>
            <a:off x="9209314" y="1289957"/>
            <a:ext cx="1475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AIR6 = AIR2</a:t>
            </a:r>
          </a:p>
          <a:p>
            <a:r>
              <a:rPr lang="en-US" altLang="ko-KR" dirty="0"/>
              <a:t>AIR5 = AIR1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943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A8C0C91-ACC1-4CDA-A974-22126B06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773" y="1126369"/>
            <a:ext cx="2572109" cy="43440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575AF78-A273-41E4-A040-FD500BE3C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220" y="309127"/>
            <a:ext cx="5458587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83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C9A7C4-E94E-43BA-B083-E22F77FEF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54424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F61BC5B-22CB-4D10-9533-6DFBD69DB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54" y="1928587"/>
            <a:ext cx="35533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9FE3B-40CD-4ABD-87DA-82DFD5284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SDC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4262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C282E97-456A-4867-99E3-81DDE937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7" y="281232"/>
            <a:ext cx="11613003" cy="572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5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7B1ACCD-E9A0-4129-A4E2-4224ED061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79" y="838027"/>
            <a:ext cx="10596549" cy="518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0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2ECB1D0-7C92-4135-9AD0-3B3B320A0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56" y="0"/>
            <a:ext cx="10507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23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AEB4C5E-B000-406F-B3A6-18D02DD01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77692" cy="294363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975C5F1-949D-49B0-8CEF-4DE5C6420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21" y="2521672"/>
            <a:ext cx="11806667" cy="36015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3A15CD1-67A4-44E1-B295-A235B2D40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170" y="470151"/>
            <a:ext cx="2286319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7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1CF9BB-D432-4675-B8C3-ABF6D5639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92" y="3311492"/>
            <a:ext cx="11068982" cy="35465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FF4C8C-5221-4178-A6A5-9CB0B0D5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53743" cy="33114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3F363AD-B488-47B2-94FB-C49F9A31E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074" y="704056"/>
            <a:ext cx="2143424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229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6402088-42D2-4E01-82B3-C486757AE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057" y="2630184"/>
            <a:ext cx="8958943" cy="42278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AC714B-46DB-478B-8BAB-83F3EA623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72532" cy="27150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5865E39-AAB7-44D3-8D59-DEF16E6BA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694" y="238158"/>
            <a:ext cx="310558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54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A0E8272-7A66-42F4-B102-21C6E7647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186" y="0"/>
            <a:ext cx="3433313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1C17E81-528D-4D10-8A2E-60FE06FD0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27" y="359069"/>
            <a:ext cx="6869859" cy="375573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14CFF48-F9BD-46BB-B9AE-A83A15403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772" y="4473869"/>
            <a:ext cx="237205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34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DC880CF-589E-468A-A309-38CD28F5A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0" y="153472"/>
            <a:ext cx="4352273" cy="29652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7AA0C8E-DD9A-4B81-906B-B7EAD548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149" y="3333258"/>
            <a:ext cx="8792802" cy="35247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67A71D-6AD8-452D-99A5-0E28E2BDF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599" y="874128"/>
            <a:ext cx="3391373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83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AA862A5-F0E9-40ED-9975-331441ACB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186" y="-16329"/>
            <a:ext cx="4744112" cy="33913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94144D-13D8-4C05-B08D-8A27E6B7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0" y="3087065"/>
            <a:ext cx="11523980" cy="37709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5838DC4-FBF5-40B7-B4D9-C5775BC7D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350" y="712434"/>
            <a:ext cx="218152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96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525FA0-5A59-4553-9D31-7B981532F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62" y="249914"/>
            <a:ext cx="3019846" cy="327705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3442194-F025-4B4C-A27C-C02B05131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4484914" cy="686365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AABF8C-439D-4A6F-BC37-73887304C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362" y="4024825"/>
            <a:ext cx="2381582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02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357C121-34DA-4078-9D69-6D7EA6F9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25212" cy="40212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25C0D68-A622-4E7A-A7A6-29FEA1AA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686" y="69774"/>
            <a:ext cx="4256314" cy="67166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113E097-781C-441B-9D0F-B3D7E8FE7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050" y="3819101"/>
            <a:ext cx="3124636" cy="3038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7E8A8E-A224-4B46-A19E-18EE38B99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819" y="4244090"/>
            <a:ext cx="2514951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68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와이드스크린</PresentationFormat>
  <Paragraphs>6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Board pin</vt:lpstr>
      <vt:lpstr>BSPD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HV BOX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SDC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pin</dc:title>
  <dc:creator>User</dc:creator>
  <cp:lastModifiedBy>User</cp:lastModifiedBy>
  <cp:revision>4</cp:revision>
  <dcterms:created xsi:type="dcterms:W3CDTF">2025-01-18T15:46:01Z</dcterms:created>
  <dcterms:modified xsi:type="dcterms:W3CDTF">2025-01-18T16:05:56Z</dcterms:modified>
</cp:coreProperties>
</file>